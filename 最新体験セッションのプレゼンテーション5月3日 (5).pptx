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ink/ink2.xml" ContentType="application/inkml+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ink/ink3.xml" ContentType="application/inkml+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ink/ink4.xml" ContentType="application/inkml+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47"/>
  </p:notesMasterIdLst>
  <p:sldIdLst>
    <p:sldId id="256" r:id="rId2"/>
    <p:sldId id="304" r:id="rId3"/>
    <p:sldId id="257" r:id="rId4"/>
    <p:sldId id="258" r:id="rId5"/>
    <p:sldId id="259" r:id="rId6"/>
    <p:sldId id="260" r:id="rId7"/>
    <p:sldId id="261" r:id="rId8"/>
    <p:sldId id="262" r:id="rId9"/>
    <p:sldId id="263" r:id="rId10"/>
    <p:sldId id="264" r:id="rId11"/>
    <p:sldId id="265" r:id="rId12"/>
    <p:sldId id="266" r:id="rId13"/>
    <p:sldId id="267" r:id="rId14"/>
    <p:sldId id="305" r:id="rId15"/>
    <p:sldId id="268" r:id="rId16"/>
    <p:sldId id="269" r:id="rId17"/>
    <p:sldId id="270" r:id="rId18"/>
    <p:sldId id="271" r:id="rId19"/>
    <p:sldId id="299"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301" r:id="rId35"/>
    <p:sldId id="289" r:id="rId36"/>
    <p:sldId id="290" r:id="rId37"/>
    <p:sldId id="292" r:id="rId38"/>
    <p:sldId id="293" r:id="rId39"/>
    <p:sldId id="294" r:id="rId40"/>
    <p:sldId id="295" r:id="rId41"/>
    <p:sldId id="300" r:id="rId42"/>
    <p:sldId id="287" r:id="rId43"/>
    <p:sldId id="291" r:id="rId44"/>
    <p:sldId id="296" r:id="rId45"/>
    <p:sldId id="303" r:id="rId4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F86F5A2A-3331-442B-8AB7-89E0029E5596}">
          <p14:sldIdLst>
            <p14:sldId id="256"/>
            <p14:sldId id="304"/>
            <p14:sldId id="257"/>
            <p14:sldId id="258"/>
            <p14:sldId id="259"/>
            <p14:sldId id="260"/>
            <p14:sldId id="261"/>
            <p14:sldId id="262"/>
            <p14:sldId id="263"/>
            <p14:sldId id="264"/>
            <p14:sldId id="265"/>
            <p14:sldId id="266"/>
            <p14:sldId id="267"/>
            <p14:sldId id="305"/>
            <p14:sldId id="268"/>
            <p14:sldId id="269"/>
            <p14:sldId id="270"/>
            <p14:sldId id="271"/>
            <p14:sldId id="299"/>
            <p14:sldId id="273"/>
            <p14:sldId id="274"/>
            <p14:sldId id="275"/>
            <p14:sldId id="276"/>
            <p14:sldId id="277"/>
            <p14:sldId id="278"/>
            <p14:sldId id="279"/>
            <p14:sldId id="280"/>
            <p14:sldId id="281"/>
            <p14:sldId id="282"/>
            <p14:sldId id="283"/>
            <p14:sldId id="284"/>
            <p14:sldId id="285"/>
            <p14:sldId id="286"/>
            <p14:sldId id="301"/>
            <p14:sldId id="289"/>
            <p14:sldId id="290"/>
            <p14:sldId id="292"/>
            <p14:sldId id="293"/>
            <p14:sldId id="294"/>
            <p14:sldId id="295"/>
            <p14:sldId id="300"/>
            <p14:sldId id="287"/>
            <p14:sldId id="291"/>
            <p14:sldId id="296"/>
            <p14:sldId id="303"/>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C0049D-D4F8-456F-A822-ED2F506EDC87}" v="59" dt="2026-09-08T03:01:46.468"/>
  </p1510:revLst>
</p1510:revInfo>
</file>

<file path=ppt/tableStyles.xml><?xml version="1.0" encoding="utf-8"?>
<a:tblStyleLst xmlns:a="http://schemas.openxmlformats.org/drawingml/2006/main" def="{E2F754B1-0338-4E5B-851A-AFE2ED995E0F}">
  <a:tblStyle styleId="{E2F754B1-0338-4E5B-851A-AFE2ED995E0F}"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9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5-12-15T11:05:12.006"/>
    </inkml:context>
    <inkml:brush xml:id="br0">
      <inkml:brushProperty name="width" value="0.05292" units="cm"/>
      <inkml:brushProperty name="height" value="0.05292" units="cm"/>
      <inkml:brushProperty name="color" value="#FF0000"/>
    </inkml:brush>
  </inkml:definitions>
  <inkml:trace contextRef="#ctx0" brushRef="#br0">19473 11152 0,'14'-13'16,"-1"13"15,0 0 1</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5-12-15T12:16:50.947"/>
    </inkml:context>
    <inkml:brush xml:id="br0">
      <inkml:brushProperty name="width" value="0.05292" units="cm"/>
      <inkml:brushProperty name="height" value="0.05292" units="cm"/>
      <inkml:brushProperty name="color" value="#00B0F0"/>
    </inkml:brush>
  </inkml:definitions>
  <inkml:trace contextRef="#ctx0" brushRef="#br0">7977 12449 0</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5-12-15T12:18:11.037"/>
    </inkml:context>
    <inkml:brush xml:id="br0">
      <inkml:brushProperty name="width" value="0.05292" units="cm"/>
      <inkml:brushProperty name="height" value="0.05292" units="cm"/>
      <inkml:brushProperty name="color" value="#00B0F0"/>
    </inkml:brush>
  </inkml:definitions>
  <inkml:trace contextRef="#ctx0" brushRef="#br0">1376 11919 0,'13'0'15,"14"0"17,-14 0-1</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5-12-15T12:19:58.817"/>
    </inkml:context>
    <inkml:brush xml:id="br0">
      <inkml:brushProperty name="width" value="0.05292" units="cm"/>
      <inkml:brushProperty name="height" value="0.05292" units="cm"/>
      <inkml:brushProperty name="color" value="#00B0F0"/>
    </inkml:brush>
  </inkml:definitions>
  <inkml:trace contextRef="#ctx0" brushRef="#br0">2222 13110 0,'0'-13'47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3b0507aad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ja"/>
              <a:t>このタイトルを見て、いいなと思ったところ教えてもらえますか？</a:t>
            </a:r>
            <a:endParaRPr/>
          </a:p>
          <a:p>
            <a:pPr marL="0" lvl="0" indent="0" algn="l" rtl="0">
              <a:lnSpc>
                <a:spcPct val="100000"/>
              </a:lnSpc>
              <a:spcBef>
                <a:spcPts val="0"/>
              </a:spcBef>
              <a:spcAft>
                <a:spcPts val="0"/>
              </a:spcAft>
              <a:buSzPts val="1100"/>
              <a:buNone/>
            </a:pPr>
            <a:r>
              <a:rPr lang="ja"/>
              <a:t>なぜですか？</a:t>
            </a:r>
            <a:endParaRPr/>
          </a:p>
        </p:txBody>
      </p:sp>
      <p:sp>
        <p:nvSpPr>
          <p:cNvPr id="58" name="Google Shape;58;g33b0507aad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A745C165-5794-E5E7-16AE-0358D3A6A6E2}"/>
            </a:ext>
          </a:extLst>
        </p:cNvPr>
        <p:cNvGrpSpPr/>
        <p:nvPr/>
      </p:nvGrpSpPr>
      <p:grpSpPr>
        <a:xfrm>
          <a:off x="0" y="0"/>
          <a:ext cx="0" cy="0"/>
          <a:chOff x="0" y="0"/>
          <a:chExt cx="0" cy="0"/>
        </a:xfrm>
      </p:grpSpPr>
      <p:sp>
        <p:nvSpPr>
          <p:cNvPr id="57" name="Google Shape;57;g33b0507aad4_0_0:notes">
            <a:extLst>
              <a:ext uri="{FF2B5EF4-FFF2-40B4-BE49-F238E27FC236}">
                <a16:creationId xmlns:a16="http://schemas.microsoft.com/office/drawing/2014/main" id="{4D9618DB-55C8-F027-4A98-3BCEABDC1B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ja"/>
              <a:t>このタイトルを見て、いいなと思ったところ教えてもらえますか？</a:t>
            </a:r>
            <a:endParaRPr/>
          </a:p>
          <a:p>
            <a:pPr marL="0" lvl="0" indent="0" algn="l" rtl="0">
              <a:lnSpc>
                <a:spcPct val="100000"/>
              </a:lnSpc>
              <a:spcBef>
                <a:spcPts val="0"/>
              </a:spcBef>
              <a:spcAft>
                <a:spcPts val="0"/>
              </a:spcAft>
              <a:buSzPts val="1100"/>
              <a:buNone/>
            </a:pPr>
            <a:r>
              <a:rPr lang="ja"/>
              <a:t>なぜですか？</a:t>
            </a:r>
            <a:endParaRPr/>
          </a:p>
        </p:txBody>
      </p:sp>
      <p:sp>
        <p:nvSpPr>
          <p:cNvPr id="58" name="Google Shape;58;g33b0507aad4_0_0:notes">
            <a:extLst>
              <a:ext uri="{FF2B5EF4-FFF2-40B4-BE49-F238E27FC236}">
                <a16:creationId xmlns:a16="http://schemas.microsoft.com/office/drawing/2014/main" id="{44AD6B3C-39A7-0FFA-0612-8657B6BA97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55995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3b0507aad4_0_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 name="Google Shape;64;g33b0507aad4_0_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ja" sz="1200" dirty="0">
                <a:solidFill>
                  <a:schemeClr val="dk1"/>
                </a:solidFill>
                <a:latin typeface="Arial"/>
                <a:ea typeface="Arial"/>
                <a:cs typeface="Arial"/>
                <a:sym typeface="Arial"/>
              </a:rPr>
              <a:t>最初に自己紹介させてください。</a:t>
            </a:r>
            <a:endParaRPr sz="1200" dirty="0">
              <a:solidFill>
                <a:schemeClr val="dk1"/>
              </a:solidFill>
              <a:latin typeface="Arial"/>
              <a:ea typeface="Arial"/>
              <a:cs typeface="Arial"/>
              <a:sym typeface="Arial"/>
            </a:endParaRPr>
          </a:p>
          <a:p>
            <a:pPr marL="0" marR="0" lvl="0" indent="0" algn="l" rtl="0">
              <a:lnSpc>
                <a:spcPct val="100000"/>
              </a:lnSpc>
              <a:spcBef>
                <a:spcPts val="0"/>
              </a:spcBef>
              <a:spcAft>
                <a:spcPts val="0"/>
              </a:spcAft>
              <a:buSzPts val="1100"/>
              <a:buNone/>
            </a:pPr>
            <a:r>
              <a:rPr lang="ja" sz="1200" dirty="0">
                <a:solidFill>
                  <a:schemeClr val="dk1"/>
                </a:solidFill>
                <a:latin typeface="Arial"/>
                <a:ea typeface="Arial"/>
                <a:cs typeface="Arial"/>
                <a:sym typeface="Arial"/>
              </a:rPr>
              <a:t>これを見て共通点ってありますか？（そういう方をサポートしたいと思っています。）</a:t>
            </a:r>
            <a:endParaRPr sz="1200" dirty="0">
              <a:solidFill>
                <a:schemeClr val="dk1"/>
              </a:solidFill>
              <a:latin typeface="Arial"/>
              <a:ea typeface="Arial"/>
              <a:cs typeface="Arial"/>
              <a:sym typeface="Arial"/>
            </a:endParaRPr>
          </a:p>
          <a:p>
            <a:pPr marL="0" marR="0" lvl="0" indent="0" algn="l" rtl="0">
              <a:lnSpc>
                <a:spcPct val="100000"/>
              </a:lnSpc>
              <a:spcBef>
                <a:spcPts val="0"/>
              </a:spcBef>
              <a:spcAft>
                <a:spcPts val="0"/>
              </a:spcAft>
              <a:buSzPts val="1100"/>
              <a:buNone/>
            </a:pPr>
            <a:endParaRPr sz="1200" dirty="0">
              <a:solidFill>
                <a:schemeClr val="dk1"/>
              </a:solidFill>
              <a:latin typeface="Arial"/>
              <a:ea typeface="Arial"/>
              <a:cs typeface="Arial"/>
              <a:sym typeface="Arial"/>
            </a:endParaRPr>
          </a:p>
          <a:p>
            <a:pPr marL="0" marR="0" lvl="0" indent="0" algn="l" rtl="0">
              <a:lnSpc>
                <a:spcPct val="100000"/>
              </a:lnSpc>
              <a:spcBef>
                <a:spcPts val="0"/>
              </a:spcBef>
              <a:spcAft>
                <a:spcPts val="0"/>
              </a:spcAft>
              <a:buSzPts val="1100"/>
              <a:buNone/>
            </a:pPr>
            <a:r>
              <a:rPr lang="ja" sz="1200" dirty="0">
                <a:solidFill>
                  <a:schemeClr val="dk1"/>
                </a:solidFill>
                <a:latin typeface="Arial"/>
                <a:ea typeface="Arial"/>
                <a:cs typeface="Arial"/>
                <a:sym typeface="Arial"/>
              </a:rPr>
              <a:t>今回ご提案するプランは、これまでの僕の人生やキャリアがベースになって作られているので、それをご紹介させてください。</a:t>
            </a:r>
            <a:endParaRPr sz="1200" dirty="0">
              <a:solidFill>
                <a:schemeClr val="dk1"/>
              </a:solidFill>
              <a:latin typeface="Arial"/>
              <a:ea typeface="Arial"/>
              <a:cs typeface="Arial"/>
              <a:sym typeface="Arial"/>
            </a:endParaRPr>
          </a:p>
          <a:p>
            <a:pPr marL="0" marR="0" lvl="0" indent="0" algn="l" rtl="0">
              <a:lnSpc>
                <a:spcPct val="100000"/>
              </a:lnSpc>
              <a:spcBef>
                <a:spcPts val="0"/>
              </a:spcBef>
              <a:spcAft>
                <a:spcPts val="0"/>
              </a:spcAft>
              <a:buSzPts val="1100"/>
              <a:buNone/>
            </a:pPr>
            <a:r>
              <a:rPr lang="ja" sz="1200" dirty="0">
                <a:solidFill>
                  <a:schemeClr val="dk1"/>
                </a:solidFill>
                <a:latin typeface="Arial"/>
                <a:ea typeface="Arial"/>
                <a:cs typeface="Arial"/>
                <a:sym typeface="Arial"/>
              </a:rPr>
              <a:t>今でこそセールスコーチをやらせていただいていますが、実は・・・・</a:t>
            </a:r>
            <a:endParaRPr sz="1200" dirty="0">
              <a:solidFill>
                <a:schemeClr val="dk1"/>
              </a:solidFill>
              <a:latin typeface="Arial"/>
              <a:ea typeface="Arial"/>
              <a:cs typeface="Arial"/>
              <a:sym typeface="Arial"/>
            </a:endParaRPr>
          </a:p>
        </p:txBody>
      </p:sp>
      <p:sp>
        <p:nvSpPr>
          <p:cNvPr id="65" name="Google Shape;65;g33b0507aad4_0_9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ja"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3b0507aad4_0_1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ja"/>
              <a:t>アウトレットとか、デパートとか、ショッピングモールでクレジットカードの営業見たことありません？</a:t>
            </a:r>
            <a:endParaRPr/>
          </a:p>
          <a:p>
            <a:pPr marL="0" lvl="0" indent="0" algn="l" rtl="0">
              <a:lnSpc>
                <a:spcPct val="100000"/>
              </a:lnSpc>
              <a:spcBef>
                <a:spcPts val="0"/>
              </a:spcBef>
              <a:spcAft>
                <a:spcPts val="0"/>
              </a:spcAft>
              <a:buSzPts val="1100"/>
              <a:buNone/>
            </a:pPr>
            <a:r>
              <a:rPr lang="ja"/>
              <a:t>セールスから逃げた</a:t>
            </a:r>
            <a:endParaRPr/>
          </a:p>
        </p:txBody>
      </p:sp>
      <p:sp>
        <p:nvSpPr>
          <p:cNvPr id="76" name="Google Shape;76;g33b0507aad4_0_1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3b0507aad4_0_2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 name="Google Shape;83;g33b0507aad4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3b0507aad4_0_3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ja"/>
              <a:t>ペライチってご存知ですか？</a:t>
            </a:r>
            <a:endParaRPr/>
          </a:p>
        </p:txBody>
      </p:sp>
      <p:sp>
        <p:nvSpPr>
          <p:cNvPr id="91" name="Google Shape;91;g33b0507aad4_0_3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42b97e3352_1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ja"/>
              <a:t>「このプランはこうしてできたあったんですがここまで聞いてみて共通点とか、共感できるポイントってありましたか？」</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ja"/>
              <a:t>「ではみなさん受けたらどう変わっているのかとのを、分かりやすく表にまとめました・・・」</a:t>
            </a:r>
            <a:endParaRPr/>
          </a:p>
        </p:txBody>
      </p:sp>
      <p:sp>
        <p:nvSpPr>
          <p:cNvPr id="98" name="Google Shape;98;g342b97e3352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3b0507aad4_0_4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ja"/>
              <a:t>なんでやったかというと、お金を稼げたかったから。</a:t>
            </a:r>
            <a:endParaRPr/>
          </a:p>
          <a:p>
            <a:pPr marL="0" lvl="0" indent="0" algn="l" rtl="0">
              <a:lnSpc>
                <a:spcPct val="100000"/>
              </a:lnSpc>
              <a:spcBef>
                <a:spcPts val="0"/>
              </a:spcBef>
              <a:spcAft>
                <a:spcPts val="0"/>
              </a:spcAft>
              <a:buSzPts val="1100"/>
              <a:buNone/>
            </a:pPr>
            <a:r>
              <a:rPr lang="ja"/>
              <a:t>メンタル的にきついっていうイメージありませんか？</a:t>
            </a:r>
            <a:endParaRPr/>
          </a:p>
          <a:p>
            <a:pPr marL="0" lvl="0" indent="0" algn="l" rtl="0">
              <a:lnSpc>
                <a:spcPct val="100000"/>
              </a:lnSpc>
              <a:spcBef>
                <a:spcPts val="0"/>
              </a:spcBef>
              <a:spcAft>
                <a:spcPts val="0"/>
              </a:spcAft>
              <a:buSzPts val="1100"/>
              <a:buNone/>
            </a:pPr>
            <a:endParaRPr/>
          </a:p>
        </p:txBody>
      </p:sp>
      <p:sp>
        <p:nvSpPr>
          <p:cNvPr id="105" name="Google Shape;105;g33b0507aad4_0_4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42b97e3352_1_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ja"/>
              <a:t>これを見てみて特にここは自分に必要そう、興味があるなと思うところはありますか？</a:t>
            </a:r>
            <a:endParaRPr/>
          </a:p>
          <a:p>
            <a:pPr marL="0" lvl="0" indent="0" algn="l" rtl="0">
              <a:lnSpc>
                <a:spcPct val="100000"/>
              </a:lnSpc>
              <a:spcBef>
                <a:spcPts val="0"/>
              </a:spcBef>
              <a:spcAft>
                <a:spcPts val="0"/>
              </a:spcAft>
              <a:buSzPts val="1100"/>
              <a:buNone/>
            </a:pPr>
            <a:r>
              <a:rPr lang="ja"/>
              <a:t>こうなれたら嬉しいくないですか？</a:t>
            </a:r>
            <a:endParaRPr/>
          </a:p>
        </p:txBody>
      </p:sp>
      <p:sp>
        <p:nvSpPr>
          <p:cNvPr id="113" name="Google Shape;113;g342b97e3352_1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42b97e3352_1_1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ja"/>
              <a:t>・セールスに罪悪感がある</a:t>
            </a:r>
            <a:endParaRPr/>
          </a:p>
          <a:p>
            <a:pPr marL="0" lvl="0" indent="0" algn="l" rtl="0">
              <a:lnSpc>
                <a:spcPct val="100000"/>
              </a:lnSpc>
              <a:spcBef>
                <a:spcPts val="0"/>
              </a:spcBef>
              <a:spcAft>
                <a:spcPts val="0"/>
              </a:spcAft>
              <a:buSzPts val="1100"/>
              <a:buNone/>
            </a:pPr>
            <a:r>
              <a:rPr lang="ja"/>
              <a:t>・お金を受け取るブロック</a:t>
            </a:r>
            <a:endParaRPr/>
          </a:p>
          <a:p>
            <a:pPr marL="0" lvl="0" indent="0" algn="l" rtl="0">
              <a:lnSpc>
                <a:spcPct val="100000"/>
              </a:lnSpc>
              <a:spcBef>
                <a:spcPts val="0"/>
              </a:spcBef>
              <a:spcAft>
                <a:spcPts val="0"/>
              </a:spcAft>
              <a:buSzPts val="1100"/>
              <a:buNone/>
            </a:pPr>
            <a:r>
              <a:rPr lang="ja"/>
              <a:t>・商品に対する自信のなさ</a:t>
            </a:r>
            <a:endParaRPr/>
          </a:p>
        </p:txBody>
      </p:sp>
      <p:sp>
        <p:nvSpPr>
          <p:cNvPr id="127" name="Google Shape;127;g342b97e3352_1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42b97e3352_1_2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g342b97e3352_1_2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42b97e3352_1_3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7" name="Google Shape;147;g342b97e3352_1_3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42b97e3352_1_4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ja"/>
              <a:t>・今の話で何かご質問はありませんか？</a:t>
            </a:r>
            <a:endParaRPr/>
          </a:p>
          <a:p>
            <a:pPr marL="0" lvl="0" indent="0" algn="l" rtl="0">
              <a:lnSpc>
                <a:spcPct val="100000"/>
              </a:lnSpc>
              <a:spcBef>
                <a:spcPts val="0"/>
              </a:spcBef>
              <a:spcAft>
                <a:spcPts val="0"/>
              </a:spcAft>
              <a:buSzPts val="1100"/>
              <a:buNone/>
            </a:pPr>
            <a:r>
              <a:rPr lang="ja"/>
              <a:t>・ワクワクする気持ちになってきましたか？</a:t>
            </a:r>
            <a:endParaRPr/>
          </a:p>
          <a:p>
            <a:pPr marL="0" lvl="0" indent="0" algn="l" rtl="0">
              <a:lnSpc>
                <a:spcPct val="100000"/>
              </a:lnSpc>
              <a:spcBef>
                <a:spcPts val="0"/>
              </a:spcBef>
              <a:spcAft>
                <a:spcPts val="0"/>
              </a:spcAft>
              <a:buSzPts val="1100"/>
              <a:buNone/>
            </a:pPr>
            <a:r>
              <a:rPr lang="ja"/>
              <a:t>・では今度は実際にこのプランで成果を上げたクライアント様を1人ずつ紹介します。</a:t>
            </a:r>
            <a:endParaRPr/>
          </a:p>
        </p:txBody>
      </p:sp>
      <p:sp>
        <p:nvSpPr>
          <p:cNvPr id="154" name="Google Shape;154;g342b97e3352_1_4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8AC45764-5E82-909B-18EB-64775EC4E1CD}"/>
            </a:ext>
          </a:extLst>
        </p:cNvPr>
        <p:cNvGrpSpPr/>
        <p:nvPr/>
      </p:nvGrpSpPr>
      <p:grpSpPr>
        <a:xfrm>
          <a:off x="0" y="0"/>
          <a:ext cx="0" cy="0"/>
          <a:chOff x="0" y="0"/>
          <a:chExt cx="0" cy="0"/>
        </a:xfrm>
      </p:grpSpPr>
      <p:sp>
        <p:nvSpPr>
          <p:cNvPr id="97" name="Google Shape;97;g342b97e3352_1_5:notes">
            <a:extLst>
              <a:ext uri="{FF2B5EF4-FFF2-40B4-BE49-F238E27FC236}">
                <a16:creationId xmlns:a16="http://schemas.microsoft.com/office/drawing/2014/main" id="{0C2C2D50-6FB4-7099-0875-3340E5896A0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ja"/>
              <a:t>「このプランはこうしてできたあったんですがここまで聞いてみて共通点とか、共感できるポイントってありましたか？」</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ja"/>
              <a:t>「ではみなさん受けたらどう変わっているのかとのを、分かりやすく表にまとめました・・・」</a:t>
            </a:r>
            <a:endParaRPr/>
          </a:p>
        </p:txBody>
      </p:sp>
      <p:sp>
        <p:nvSpPr>
          <p:cNvPr id="98" name="Google Shape;98;g342b97e3352_1_5:notes">
            <a:extLst>
              <a:ext uri="{FF2B5EF4-FFF2-40B4-BE49-F238E27FC236}">
                <a16:creationId xmlns:a16="http://schemas.microsoft.com/office/drawing/2014/main" id="{90539FA2-5A52-6913-01F7-EA8FB77B4D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95432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42b97e3352_1_5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42b97e3352_1_5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42b97e3352_1_6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7" name="Google Shape;177;g342b97e3352_1_6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42b97e3352_1_7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ja"/>
              <a:t>紹介したお客様の中で「特に自分の似ているな」とか「この人みたいになりたいなって思った方はいませんか？」</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ja"/>
              <a:t>ではなぜこうしてお客様が一人一人がしっかり成果が出ているかというと、</a:t>
            </a:r>
            <a:endParaRPr/>
          </a:p>
          <a:p>
            <a:pPr marL="0" lvl="0" indent="0" algn="l" rtl="0">
              <a:lnSpc>
                <a:spcPct val="100000"/>
              </a:lnSpc>
              <a:spcBef>
                <a:spcPts val="0"/>
              </a:spcBef>
              <a:spcAft>
                <a:spcPts val="0"/>
              </a:spcAft>
              <a:buSzPts val="1100"/>
              <a:buNone/>
            </a:pPr>
            <a:r>
              <a:rPr lang="ja"/>
              <a:t>それは今まで説明してきた内容であったり</a:t>
            </a:r>
            <a:endParaRPr/>
          </a:p>
          <a:p>
            <a:pPr marL="0" lvl="0" indent="0" algn="l" rtl="0">
              <a:lnSpc>
                <a:spcPct val="100000"/>
              </a:lnSpc>
              <a:spcBef>
                <a:spcPts val="0"/>
              </a:spcBef>
              <a:spcAft>
                <a:spcPts val="0"/>
              </a:spcAft>
              <a:buSzPts val="1100"/>
              <a:buNone/>
            </a:pPr>
            <a:r>
              <a:rPr lang="ja"/>
              <a:t>また僕自身がこれまで自分が成果を上げるためにたくさんのことを学んできて、それらを全てクライアント様に伝えられるからなんですね。参考までに今までどんなことを学んできて、何を伝えられるかというのを紹介しますと・・・</a:t>
            </a:r>
            <a:endParaRPr/>
          </a:p>
          <a:p>
            <a:pPr marL="0" lvl="0" indent="0" algn="l" rtl="0">
              <a:lnSpc>
                <a:spcPct val="100000"/>
              </a:lnSpc>
              <a:spcBef>
                <a:spcPts val="0"/>
              </a:spcBef>
              <a:spcAft>
                <a:spcPts val="0"/>
              </a:spcAft>
              <a:buSzPts val="1100"/>
              <a:buNone/>
            </a:pPr>
            <a:endParaRPr/>
          </a:p>
        </p:txBody>
      </p:sp>
      <p:sp>
        <p:nvSpPr>
          <p:cNvPr id="195" name="Google Shape;195;g342b97e3352_1_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516a4d5061_1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ja"/>
              <a:t>紹介したお客様の中で「特に自分の似ているな」とか「この人みたいになりたいなって思った方はいませんか？」</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ja"/>
              <a:t>ではなぜこうしてお客様が一人一人がしっかり成果が出ているかというと、</a:t>
            </a:r>
            <a:endParaRPr/>
          </a:p>
          <a:p>
            <a:pPr marL="0" lvl="0" indent="0" algn="l" rtl="0">
              <a:lnSpc>
                <a:spcPct val="100000"/>
              </a:lnSpc>
              <a:spcBef>
                <a:spcPts val="0"/>
              </a:spcBef>
              <a:spcAft>
                <a:spcPts val="0"/>
              </a:spcAft>
              <a:buSzPts val="1100"/>
              <a:buNone/>
            </a:pPr>
            <a:r>
              <a:rPr lang="ja"/>
              <a:t>それは今まで説明してきた内容であったり</a:t>
            </a:r>
            <a:endParaRPr/>
          </a:p>
          <a:p>
            <a:pPr marL="0" lvl="0" indent="0" algn="l" rtl="0">
              <a:lnSpc>
                <a:spcPct val="100000"/>
              </a:lnSpc>
              <a:spcBef>
                <a:spcPts val="0"/>
              </a:spcBef>
              <a:spcAft>
                <a:spcPts val="0"/>
              </a:spcAft>
              <a:buSzPts val="1100"/>
              <a:buNone/>
            </a:pPr>
            <a:r>
              <a:rPr lang="ja"/>
              <a:t>また僕自身がこれまで自分が成果を上げるためにたくさんのことを学んできて、それらを全てクライアント様に伝えられるからなんですね。参考までに今までどんなことを学んできて、何を伝えられるかというのを紹介しますと・・・</a:t>
            </a:r>
            <a:endParaRPr/>
          </a:p>
          <a:p>
            <a:pPr marL="0" lvl="0" indent="0" algn="l" rtl="0">
              <a:lnSpc>
                <a:spcPct val="100000"/>
              </a:lnSpc>
              <a:spcBef>
                <a:spcPts val="0"/>
              </a:spcBef>
              <a:spcAft>
                <a:spcPts val="0"/>
              </a:spcAft>
              <a:buSzPts val="1100"/>
              <a:buNone/>
            </a:pPr>
            <a:endParaRPr/>
          </a:p>
        </p:txBody>
      </p:sp>
      <p:sp>
        <p:nvSpPr>
          <p:cNvPr id="203" name="Google Shape;203;g3516a4d5061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a:extLst>
            <a:ext uri="{FF2B5EF4-FFF2-40B4-BE49-F238E27FC236}">
              <a16:creationId xmlns:a16="http://schemas.microsoft.com/office/drawing/2014/main" id="{06FE3DA1-801F-5F52-987B-B266492F25ED}"/>
            </a:ext>
          </a:extLst>
        </p:cNvPr>
        <p:cNvGrpSpPr/>
        <p:nvPr/>
      </p:nvGrpSpPr>
      <p:grpSpPr>
        <a:xfrm>
          <a:off x="0" y="0"/>
          <a:ext cx="0" cy="0"/>
          <a:chOff x="0" y="0"/>
          <a:chExt cx="0" cy="0"/>
        </a:xfrm>
      </p:grpSpPr>
      <p:sp>
        <p:nvSpPr>
          <p:cNvPr id="381" name="Google Shape;381;g3538ed85793_0_5:notes">
            <a:extLst>
              <a:ext uri="{FF2B5EF4-FFF2-40B4-BE49-F238E27FC236}">
                <a16:creationId xmlns:a16="http://schemas.microsoft.com/office/drawing/2014/main" id="{4B38D976-9452-CB0D-0A1A-9CCFA1F2097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ja" dirty="0"/>
              <a:t>もし、僕にセールススキルも学びたいし、メンタルブロックも外したいと相談して、僕がじゃあ僕と同じようにここに書いてある講座に全て通ってくださいと言われたらどんなこと思いますか？</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ja" dirty="0"/>
              <a:t>そうですよね、みなさんそう言います。</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ja" dirty="0"/>
              <a:t>またセールスなんとかしたいって今すぐ解決したいことですよね？こんな時間かけたくないですよね？</a:t>
            </a:r>
            <a:endParaRPr dirty="0"/>
          </a:p>
          <a:p>
            <a:pPr marL="0" lvl="0" indent="0" algn="l" rtl="0">
              <a:lnSpc>
                <a:spcPct val="100000"/>
              </a:lnSpc>
              <a:spcBef>
                <a:spcPts val="0"/>
              </a:spcBef>
              <a:spcAft>
                <a:spcPts val="0"/>
              </a:spcAft>
              <a:buSzPts val="1100"/>
              <a:buNone/>
            </a:pPr>
            <a:r>
              <a:rPr lang="ja" dirty="0"/>
              <a:t>本当に大事なことはこれらを全て学ぶことではない、</a:t>
            </a:r>
            <a:endParaRPr dirty="0"/>
          </a:p>
          <a:p>
            <a:pPr marL="0" lvl="0" indent="0" algn="l" rtl="0">
              <a:lnSpc>
                <a:spcPct val="100000"/>
              </a:lnSpc>
              <a:spcBef>
                <a:spcPts val="0"/>
              </a:spcBef>
              <a:spcAft>
                <a:spcPts val="0"/>
              </a:spcAft>
              <a:buSzPts val="1100"/>
              <a:buNone/>
            </a:pPr>
            <a:r>
              <a:rPr lang="ja" dirty="0"/>
              <a:t>今ある課題に対して、必要なものを必要なタイミングで必要な量を学ぶことが大事です。</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ja" dirty="0"/>
              <a:t>それができるのがオーダーメイドプランのセールスマスタリープランです。</a:t>
            </a:r>
            <a:endParaRPr dirty="0"/>
          </a:p>
          <a:p>
            <a:pPr marL="0" lvl="0" indent="0" algn="l" rtl="0">
              <a:lnSpc>
                <a:spcPct val="100000"/>
              </a:lnSpc>
              <a:spcBef>
                <a:spcPts val="0"/>
              </a:spcBef>
              <a:spcAft>
                <a:spcPts val="0"/>
              </a:spcAft>
              <a:buSzPts val="1100"/>
              <a:buNone/>
            </a:pPr>
            <a:r>
              <a:rPr lang="ja" dirty="0"/>
              <a:t>今ある課題に対して、必要なものを必要なタイミングで必要な量提供できるからみなさん結果が出ています。</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ja" dirty="0"/>
              <a:t>「ちなみにこの中で、特に学んでみたいなと思った学びはありますか？」</a:t>
            </a:r>
            <a:endParaRPr dirty="0"/>
          </a:p>
          <a:p>
            <a:pPr marL="0" lvl="0" indent="0" algn="l" rtl="0">
              <a:lnSpc>
                <a:spcPct val="100000"/>
              </a:lnSpc>
              <a:spcBef>
                <a:spcPts val="0"/>
              </a:spcBef>
              <a:spcAft>
                <a:spcPts val="0"/>
              </a:spcAft>
              <a:buSzPts val="1100"/>
              <a:buNone/>
            </a:pPr>
            <a:r>
              <a:rPr lang="ja" dirty="0"/>
              <a:t>「ありがとうございます。それでは〇〇さんには普通の人よりもその部分を多めに提供していきますね！」</a:t>
            </a:r>
            <a:endParaRPr dirty="0"/>
          </a:p>
          <a:p>
            <a:pPr marL="0" lvl="0" indent="0" algn="l" rtl="0">
              <a:lnSpc>
                <a:spcPct val="100000"/>
              </a:lnSpc>
              <a:spcBef>
                <a:spcPts val="0"/>
              </a:spcBef>
              <a:spcAft>
                <a:spcPts val="0"/>
              </a:spcAft>
              <a:buSzPts val="1100"/>
              <a:buNone/>
            </a:pPr>
            <a:endParaRPr dirty="0"/>
          </a:p>
        </p:txBody>
      </p:sp>
      <p:sp>
        <p:nvSpPr>
          <p:cNvPr id="382" name="Google Shape;382;g3538ed85793_0_5:notes">
            <a:extLst>
              <a:ext uri="{FF2B5EF4-FFF2-40B4-BE49-F238E27FC236}">
                <a16:creationId xmlns:a16="http://schemas.microsoft.com/office/drawing/2014/main" id="{4B8FE0DA-4B56-75C1-0E62-C9C8DA4217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57937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42b97e3352_1_10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ja"/>
              <a:t>ここは何かご質問はありませんか？</a:t>
            </a:r>
            <a:endParaRPr/>
          </a:p>
          <a:p>
            <a:pPr marL="0" marR="0" lvl="0" indent="0" algn="l" rtl="0">
              <a:lnSpc>
                <a:spcPct val="100000"/>
              </a:lnSpc>
              <a:spcBef>
                <a:spcPts val="0"/>
              </a:spcBef>
              <a:spcAft>
                <a:spcPts val="0"/>
              </a:spcAft>
              <a:buClr>
                <a:srgbClr val="000000"/>
              </a:buClr>
              <a:buSzPts val="1100"/>
              <a:buFont typeface="Arial"/>
              <a:buNone/>
            </a:pPr>
            <a:endParaRPr/>
          </a:p>
          <a:p>
            <a:pPr marL="0" marR="0" lvl="0" indent="0" algn="l" rtl="0">
              <a:lnSpc>
                <a:spcPct val="100000"/>
              </a:lnSpc>
              <a:spcBef>
                <a:spcPts val="0"/>
              </a:spcBef>
              <a:spcAft>
                <a:spcPts val="0"/>
              </a:spcAft>
              <a:buClr>
                <a:srgbClr val="000000"/>
              </a:buClr>
              <a:buSzPts val="1100"/>
              <a:buFont typeface="Arial"/>
              <a:buNone/>
            </a:pPr>
            <a:endParaRPr/>
          </a:p>
          <a:p>
            <a:pPr marL="0" marR="0" lvl="0" indent="0" algn="l" rtl="0">
              <a:lnSpc>
                <a:spcPct val="100000"/>
              </a:lnSpc>
              <a:spcBef>
                <a:spcPts val="0"/>
              </a:spcBef>
              <a:spcAft>
                <a:spcPts val="0"/>
              </a:spcAft>
              <a:buClr>
                <a:srgbClr val="000000"/>
              </a:buClr>
              <a:buSzPts val="1100"/>
              <a:buFont typeface="Arial"/>
              <a:buNone/>
            </a:pPr>
            <a:r>
              <a:rPr lang="ja"/>
              <a:t>実は１週間前から、ミルキーさんが受けたらどうなるかなって思ってワクワクしながら作ってものがあるんですが、みていただけますか？</a:t>
            </a:r>
            <a:endParaRPr/>
          </a:p>
          <a:p>
            <a:pPr marL="0" lvl="0" indent="0" algn="l" rtl="0">
              <a:lnSpc>
                <a:spcPct val="100000"/>
              </a:lnSpc>
              <a:spcBef>
                <a:spcPts val="0"/>
              </a:spcBef>
              <a:spcAft>
                <a:spcPts val="0"/>
              </a:spcAft>
              <a:buSzPts val="1100"/>
              <a:buNone/>
            </a:pPr>
            <a:endParaRPr/>
          </a:p>
        </p:txBody>
      </p:sp>
      <p:sp>
        <p:nvSpPr>
          <p:cNvPr id="218" name="Google Shape;218;g342b97e3352_1_10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42b97e3352_1_11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ja"/>
              <a:t>今の話を聞いてみて、ワクワクした気持ちになっていただけましたか？</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ja"/>
              <a:t>「私と一緒にこのプログラムに取り組めば、〇〇さんがよくなっていく(目標に近づける、課題が解決さ</a:t>
            </a:r>
            <a:endParaRPr/>
          </a:p>
          <a:p>
            <a:pPr marL="0" lvl="0" indent="0" algn="l" rtl="0">
              <a:lnSpc>
                <a:spcPct val="100000"/>
              </a:lnSpc>
              <a:spcBef>
                <a:spcPts val="0"/>
              </a:spcBef>
              <a:spcAft>
                <a:spcPts val="0"/>
              </a:spcAft>
              <a:buSzPts val="1100"/>
              <a:buNone/>
            </a:pPr>
            <a:r>
              <a:rPr lang="ja"/>
              <a:t>れる)イメージはできますか?」</a:t>
            </a:r>
            <a:endParaRPr/>
          </a:p>
          <a:p>
            <a:pPr marL="0" lvl="0" indent="0" algn="l" rtl="0">
              <a:lnSpc>
                <a:spcPct val="100000"/>
              </a:lnSpc>
              <a:spcBef>
                <a:spcPts val="0"/>
              </a:spcBef>
              <a:spcAft>
                <a:spcPts val="0"/>
              </a:spcAft>
              <a:buSzPts val="1100"/>
              <a:buNone/>
            </a:pPr>
            <a:r>
              <a:rPr lang="ja"/>
              <a:t>→「はい」</a:t>
            </a:r>
            <a:endParaRPr/>
          </a:p>
          <a:p>
            <a:pPr marL="0" lvl="0" indent="0" algn="l" rtl="0">
              <a:lnSpc>
                <a:spcPct val="100000"/>
              </a:lnSpc>
              <a:spcBef>
                <a:spcPts val="0"/>
              </a:spcBef>
              <a:spcAft>
                <a:spcPts val="0"/>
              </a:spcAft>
              <a:buSzPts val="1100"/>
              <a:buNone/>
            </a:pPr>
            <a:r>
              <a:rPr lang="ja"/>
              <a:t>→「いいですね!そしたら具体的にどうなりそうですか?」</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ja"/>
              <a:t>→「さらにどうなっていきますか?」</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ja"/>
              <a:t>本当のゴールまで見えたらそのゴールを達成すると、どんな気持ちになるか?、どんな場所にいて、どんな人に</a:t>
            </a:r>
            <a:endParaRPr/>
          </a:p>
          <a:p>
            <a:pPr marL="0" lvl="0" indent="0" algn="l" rtl="0">
              <a:lnSpc>
                <a:spcPct val="100000"/>
              </a:lnSpc>
              <a:spcBef>
                <a:spcPts val="0"/>
              </a:spcBef>
              <a:spcAft>
                <a:spcPts val="0"/>
              </a:spcAft>
              <a:buSzPts val="1100"/>
              <a:buNone/>
            </a:pPr>
            <a:r>
              <a:rPr lang="ja"/>
              <a:t>囲まれているのか?家族関係、人間関係、収入はどうなっているのか?と聞いていく(この人の大切</a:t>
            </a:r>
            <a:endParaRPr/>
          </a:p>
          <a:p>
            <a:pPr marL="0" lvl="0" indent="0" algn="l" rtl="0">
              <a:lnSpc>
                <a:spcPct val="100000"/>
              </a:lnSpc>
              <a:spcBef>
                <a:spcPts val="0"/>
              </a:spcBef>
              <a:spcAft>
                <a:spcPts val="0"/>
              </a:spcAft>
              <a:buSzPts val="1100"/>
              <a:buNone/>
            </a:pPr>
            <a:r>
              <a:rPr lang="ja"/>
              <a:t>な価値観になっていそうなものを先に聞いていく)</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ja"/>
              <a:t>「逆に今度はもし、今ある課題が解決できず、もしくは解決を先送りにしてこのままの状態でただ時が</a:t>
            </a:r>
            <a:endParaRPr/>
          </a:p>
          <a:p>
            <a:pPr marL="0" lvl="0" indent="0" algn="l" rtl="0">
              <a:lnSpc>
                <a:spcPct val="100000"/>
              </a:lnSpc>
              <a:spcBef>
                <a:spcPts val="0"/>
              </a:spcBef>
              <a:spcAft>
                <a:spcPts val="0"/>
              </a:spcAft>
              <a:buSzPts val="1100"/>
              <a:buNone/>
            </a:pPr>
            <a:r>
              <a:rPr lang="ja"/>
              <a:t>過ぎたら、具体的にどんな状況になっていそうですか?」</a:t>
            </a:r>
            <a:endParaRPr/>
          </a:p>
          <a:p>
            <a:pPr marL="0" lvl="0" indent="0" algn="l" rtl="0">
              <a:lnSpc>
                <a:spcPct val="100000"/>
              </a:lnSpc>
              <a:spcBef>
                <a:spcPts val="0"/>
              </a:spcBef>
              <a:spcAft>
                <a:spcPts val="0"/>
              </a:spcAft>
              <a:buSzPts val="1100"/>
              <a:buNone/>
            </a:pPr>
            <a:r>
              <a:rPr lang="ja"/>
              <a:t>→「さらにどうなっていきますか?」(これをもう最悪というところまで続ける)</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ja"/>
              <a:t>どんな気持ちになるか?、どんな場所にいて、どんな人に囲まれているのか?家族関係、人間関係、収</a:t>
            </a:r>
            <a:endParaRPr/>
          </a:p>
          <a:p>
            <a:pPr marL="0" lvl="0" indent="0" algn="l" rtl="0">
              <a:lnSpc>
                <a:spcPct val="100000"/>
              </a:lnSpc>
              <a:spcBef>
                <a:spcPts val="0"/>
              </a:spcBef>
              <a:spcAft>
                <a:spcPts val="0"/>
              </a:spcAft>
              <a:buSzPts val="1100"/>
              <a:buNone/>
            </a:pPr>
            <a:r>
              <a:rPr lang="ja"/>
              <a:t>入はどうなっているのか?と聞いていく(この人の大切な価値観になっていそうなものを先に聞いてい</a:t>
            </a:r>
            <a:endParaRPr/>
          </a:p>
          <a:p>
            <a:pPr marL="0" lvl="0" indent="0" algn="l" rtl="0">
              <a:lnSpc>
                <a:spcPct val="100000"/>
              </a:lnSpc>
              <a:spcBef>
                <a:spcPts val="0"/>
              </a:spcBef>
              <a:spcAft>
                <a:spcPts val="0"/>
              </a:spcAft>
              <a:buSzPts val="1100"/>
              <a:buNone/>
            </a:pPr>
            <a:r>
              <a:rPr lang="ja"/>
              <a:t>く)</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ja"/>
              <a:t>「もしその時の未来の自分が今の自分に声をかけるとしたらなんて声をかけますか?」</a:t>
            </a:r>
            <a:endParaRPr/>
          </a:p>
          <a:p>
            <a:pPr marL="0" lvl="0" indent="0" algn="l" rtl="0">
              <a:lnSpc>
                <a:spcPct val="100000"/>
              </a:lnSpc>
              <a:spcBef>
                <a:spcPts val="0"/>
              </a:spcBef>
              <a:spcAft>
                <a:spcPts val="0"/>
              </a:spcAft>
              <a:buSzPts val="1100"/>
              <a:buNone/>
            </a:pPr>
            <a:r>
              <a:rPr lang="ja"/>
              <a:t>「ありがとうござい</a:t>
            </a:r>
            <a:endParaRPr/>
          </a:p>
          <a:p>
            <a:pPr marL="0" lvl="0" indent="0" algn="l" rtl="0">
              <a:lnSpc>
                <a:spcPct val="100000"/>
              </a:lnSpc>
              <a:spcBef>
                <a:spcPts val="0"/>
              </a:spcBef>
              <a:spcAft>
                <a:spcPts val="0"/>
              </a:spcAft>
              <a:buSzPts val="1100"/>
              <a:buNone/>
            </a:pPr>
            <a:r>
              <a:rPr lang="ja"/>
              <a:t>ます。今の自分になって聞いてみていかがでしたか?」(コミットになる)</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ja"/>
              <a:t>ちょっと一息ついて、簡単にやってみた感想を聞く。</a:t>
            </a:r>
            <a:endParaRPr/>
          </a:p>
          <a:p>
            <a:pPr marL="0" lvl="0" indent="0" algn="l" rtl="0">
              <a:lnSpc>
                <a:spcPct val="100000"/>
              </a:lnSpc>
              <a:spcBef>
                <a:spcPts val="0"/>
              </a:spcBef>
              <a:spcAft>
                <a:spcPts val="0"/>
              </a:spcAft>
              <a:buSzPts val="1100"/>
              <a:buNone/>
            </a:pPr>
            <a:r>
              <a:rPr lang="ja"/>
              <a:t>「〇〇さん、ちょっと変なことをお伺いしますが、今見た理想の未来と最悪の未来、選ぶならどっちを選</a:t>
            </a:r>
            <a:endParaRPr/>
          </a:p>
          <a:p>
            <a:pPr marL="0" lvl="0" indent="0" algn="l" rtl="0">
              <a:lnSpc>
                <a:spcPct val="100000"/>
              </a:lnSpc>
              <a:spcBef>
                <a:spcPts val="0"/>
              </a:spcBef>
              <a:spcAft>
                <a:spcPts val="0"/>
              </a:spcAft>
              <a:buSzPts val="1100"/>
              <a:buNone/>
            </a:pPr>
            <a:r>
              <a:rPr lang="ja"/>
              <a:t>びたいですか？」</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ja"/>
              <a:t>「そうですよね、おそらく全員が理想の未来を手に入れたいと答えます。」</a:t>
            </a:r>
            <a:endParaRPr/>
          </a:p>
          <a:p>
            <a:pPr marL="0" lvl="0" indent="0" algn="l" rtl="0">
              <a:lnSpc>
                <a:spcPct val="100000"/>
              </a:lnSpc>
              <a:spcBef>
                <a:spcPts val="0"/>
              </a:spcBef>
              <a:spcAft>
                <a:spcPts val="0"/>
              </a:spcAft>
              <a:buSzPts val="1100"/>
              <a:buNone/>
            </a:pPr>
            <a:r>
              <a:rPr lang="ja"/>
              <a:t>「でも現実をお伝えすると、今見ていただいた理想の未来と最悪の未来どっちに行く可能性もあります。。。そうですよね?」</a:t>
            </a:r>
            <a:endParaRPr/>
          </a:p>
          <a:p>
            <a:pPr marL="0" lvl="0" indent="0" algn="l" rtl="0">
              <a:lnSpc>
                <a:spcPct val="100000"/>
              </a:lnSpc>
              <a:spcBef>
                <a:spcPts val="0"/>
              </a:spcBef>
              <a:spcAft>
                <a:spcPts val="0"/>
              </a:spcAft>
              <a:buSzPts val="1100"/>
              <a:buNone/>
            </a:pPr>
            <a:r>
              <a:rPr lang="ja"/>
              <a:t>「ただ、どっちの未来に行くか可能性を変えることはできます。」</a:t>
            </a:r>
            <a:endParaRPr/>
          </a:p>
          <a:p>
            <a:pPr marL="0" lvl="0" indent="0" algn="l" rtl="0">
              <a:lnSpc>
                <a:spcPct val="100000"/>
              </a:lnSpc>
              <a:spcBef>
                <a:spcPts val="0"/>
              </a:spcBef>
              <a:spcAft>
                <a:spcPts val="0"/>
              </a:spcAft>
              <a:buSzPts val="1100"/>
              <a:buNone/>
            </a:pPr>
            <a:r>
              <a:rPr lang="ja"/>
              <a:t>「それは〇〇さんが、今、課題を克服するために必要な行動を取れば必ず最高の未来にいける可能</a:t>
            </a:r>
            <a:endParaRPr/>
          </a:p>
          <a:p>
            <a:pPr marL="0" lvl="0" indent="0" algn="l" rtl="0">
              <a:lnSpc>
                <a:spcPct val="100000"/>
              </a:lnSpc>
              <a:spcBef>
                <a:spcPts val="0"/>
              </a:spcBef>
              <a:spcAft>
                <a:spcPts val="0"/>
              </a:spcAft>
              <a:buSzPts val="1100"/>
              <a:buNone/>
            </a:pPr>
            <a:r>
              <a:rPr lang="ja"/>
              <a:t>性は高まりますし、時間がないから、お金がないから、自信がないからと言い訳をしてしまい、何もしな</a:t>
            </a:r>
            <a:endParaRPr/>
          </a:p>
          <a:p>
            <a:pPr marL="0" lvl="0" indent="0" algn="l" rtl="0">
              <a:lnSpc>
                <a:spcPct val="100000"/>
              </a:lnSpc>
              <a:spcBef>
                <a:spcPts val="0"/>
              </a:spcBef>
              <a:spcAft>
                <a:spcPts val="0"/>
              </a:spcAft>
              <a:buSzPts val="1100"/>
              <a:buNone/>
            </a:pPr>
            <a:r>
              <a:rPr lang="ja"/>
              <a:t>いと最悪の未来にいく可能性が高くなります。 その上で、私の提供するセールスマスタリープランは</a:t>
            </a:r>
            <a:endParaRPr/>
          </a:p>
          <a:p>
            <a:pPr marL="0" lvl="0" indent="0" algn="l" rtl="0">
              <a:lnSpc>
                <a:spcPct val="100000"/>
              </a:lnSpc>
              <a:spcBef>
                <a:spcPts val="0"/>
              </a:spcBef>
              <a:spcAft>
                <a:spcPts val="0"/>
              </a:spcAft>
              <a:buSzPts val="1100"/>
              <a:buNone/>
            </a:pPr>
            <a:r>
              <a:rPr lang="ja"/>
              <a:t>〇〇さんが最高の未来へ行くために必ず役立つ商品なんですが、これからの後半の話聞いてみたい</a:t>
            </a:r>
            <a:endParaRPr/>
          </a:p>
          <a:p>
            <a:pPr marL="0" lvl="0" indent="0" algn="l" rtl="0">
              <a:lnSpc>
                <a:spcPct val="100000"/>
              </a:lnSpc>
              <a:spcBef>
                <a:spcPts val="0"/>
              </a:spcBef>
              <a:spcAft>
                <a:spcPts val="0"/>
              </a:spcAft>
              <a:buSzPts val="1100"/>
              <a:buNone/>
            </a:pPr>
            <a:r>
              <a:rPr lang="ja"/>
              <a:t>ですか?」</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ja"/>
              <a:t>「それでは後半の話をします。」</a:t>
            </a:r>
            <a:endParaRPr/>
          </a:p>
        </p:txBody>
      </p:sp>
      <p:sp>
        <p:nvSpPr>
          <p:cNvPr id="224" name="Google Shape;224;g342b97e3352_1_1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42b97e3352_1_12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ja"/>
              <a:t>ここについて何かご質問ありますか？</a:t>
            </a:r>
            <a:endParaRPr/>
          </a:p>
        </p:txBody>
      </p:sp>
      <p:sp>
        <p:nvSpPr>
          <p:cNvPr id="254" name="Google Shape;254;g342b97e3352_1_12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42b97e3352_1_13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0" name="Google Shape;260;g342b97e3352_1_13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42b97e3352_1_14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7" name="Google Shape;267;g342b97e3352_1_14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r>
              <a:rPr lang="ja"/>
              <a:t>どうしても最初にある程度まとまった金額が必要になってくるので、背中を押させていただきたいということで、ご契約いただいた方だけにこれから紹介する特別な特典を全て無料でお付けしています。</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42b97e3352_1_15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5" name="Google Shape;275;g342b97e3352_1_15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Font typeface="Arial"/>
              <a:buNone/>
            </a:pPr>
            <a:r>
              <a:rPr lang="ja"/>
              <a:t>・普段連絡ツールって何を使っていますか？</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42b97e3352_1_15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4" name="Google Shape;284;g342b97e3352_1_1593: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endParaRPr/>
          </a:p>
        </p:txBody>
      </p:sp>
      <p:sp>
        <p:nvSpPr>
          <p:cNvPr id="285" name="Google Shape;285;g342b97e3352_1_159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US" altLang="ja" sz="1400" b="0" i="0" u="none" strike="noStrike" cap="none">
                <a:solidFill>
                  <a:srgbClr val="000000"/>
                </a:solidFill>
                <a:latin typeface="Arial"/>
                <a:ea typeface="Arial"/>
                <a:cs typeface="Arial"/>
                <a:sym typeface="Arial"/>
              </a:rPr>
              <a:t>26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342b97e3352_1_17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4" name="Google Shape;294;g342b97e3352_1_1782: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r>
              <a:rPr lang="ja"/>
              <a:t>写真楽しそうじゃないですか？</a:t>
            </a:r>
            <a:endParaRPr/>
          </a:p>
        </p:txBody>
      </p:sp>
      <p:sp>
        <p:nvSpPr>
          <p:cNvPr id="295" name="Google Shape;295;g342b97e3352_1_178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US" altLang="ja" sz="1400" b="0" i="0" u="none" strike="noStrike" cap="none">
                <a:solidFill>
                  <a:srgbClr val="000000"/>
                </a:solidFill>
                <a:latin typeface="Arial"/>
                <a:ea typeface="Arial"/>
                <a:cs typeface="Arial"/>
                <a:sym typeface="Arial"/>
              </a:rPr>
              <a:t>27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342b97e3352_1_18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7" name="Google Shape;307;g342b97e3352_1_1878: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endParaRPr/>
          </a:p>
        </p:txBody>
      </p:sp>
      <p:sp>
        <p:nvSpPr>
          <p:cNvPr id="308" name="Google Shape;308;g342b97e3352_1_187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US" altLang="ja" sz="1400" b="0" i="0" u="none" strike="noStrike" cap="none">
                <a:solidFill>
                  <a:srgbClr val="000000"/>
                </a:solidFill>
                <a:latin typeface="Arial"/>
                <a:ea typeface="Arial"/>
                <a:cs typeface="Arial"/>
                <a:sym typeface="Arial"/>
              </a:rPr>
              <a:t>28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42b97e3352_1_16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9" name="Google Shape;319;g342b97e3352_1_1687: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endParaRPr/>
          </a:p>
        </p:txBody>
      </p:sp>
      <p:sp>
        <p:nvSpPr>
          <p:cNvPr id="320" name="Google Shape;320;g342b97e3352_1_168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US" altLang="ja" sz="1400" b="0" i="0" u="none" strike="noStrike" cap="none">
                <a:solidFill>
                  <a:srgbClr val="000000"/>
                </a:solidFill>
                <a:latin typeface="Arial"/>
                <a:ea typeface="Arial"/>
                <a:cs typeface="Arial"/>
                <a:sym typeface="Arial"/>
              </a:rPr>
              <a:t>29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342b97e3352_1_19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0" name="Google Shape;330;g342b97e3352_1_19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r>
              <a:rPr lang="ja"/>
              <a:t>この５つの特典で特にどの特典が嬉しいなとか使ってみたいなと思いませんか？</a:t>
            </a:r>
            <a:endParaRPr/>
          </a:p>
          <a:p>
            <a:pPr marL="158750" lvl="0" indent="0" algn="l" rtl="0">
              <a:lnSpc>
                <a:spcPct val="100000"/>
              </a:lnSpc>
              <a:spcBef>
                <a:spcPts val="0"/>
              </a:spcBef>
              <a:spcAft>
                <a:spcPts val="0"/>
              </a:spcAft>
              <a:buSzPts val="1100"/>
              <a:buNone/>
            </a:pPr>
            <a:r>
              <a:rPr lang="ja"/>
              <a:t>マンツーマン＋グループで個別コンサルト講座のいいとこ取りをしている！</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42b97e3352_1_20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9" name="Google Shape;339;g342b97e3352_1_20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342b97e3352_1_2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50" name="Google Shape;350;g342b97e3352_1_2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42b97e3352_1_22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1" name="Google Shape;361;g342b97e3352_1_22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r>
              <a:rPr lang="ja"/>
              <a:t>メニューに関して何かご質問はありませんか？</a:t>
            </a:r>
            <a:endParaRPr/>
          </a:p>
          <a:p>
            <a:pPr marL="158750" lvl="0" indent="0" algn="l" rtl="0">
              <a:lnSpc>
                <a:spcPct val="100000"/>
              </a:lnSpc>
              <a:spcBef>
                <a:spcPts val="0"/>
              </a:spcBef>
              <a:spcAft>
                <a:spcPts val="0"/>
              </a:spcAft>
              <a:buSzPts val="1100"/>
              <a:buNone/>
            </a:pPr>
            <a:r>
              <a:rPr lang="ja"/>
              <a:t>金額の発表はこれからですが、金額抜きにして単純に内容だけ見たらどのコース受けたいと思いましたか？</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a:extLst>
            <a:ext uri="{FF2B5EF4-FFF2-40B4-BE49-F238E27FC236}">
              <a16:creationId xmlns:a16="http://schemas.microsoft.com/office/drawing/2014/main" id="{7FA4470A-C862-FCFB-8BB4-3180D75C3EDF}"/>
            </a:ext>
          </a:extLst>
        </p:cNvPr>
        <p:cNvGrpSpPr/>
        <p:nvPr/>
      </p:nvGrpSpPr>
      <p:grpSpPr>
        <a:xfrm>
          <a:off x="0" y="0"/>
          <a:ext cx="0" cy="0"/>
          <a:chOff x="0" y="0"/>
          <a:chExt cx="0" cy="0"/>
        </a:xfrm>
      </p:grpSpPr>
      <p:sp>
        <p:nvSpPr>
          <p:cNvPr id="381" name="Google Shape;381;g3538ed85793_0_5:notes">
            <a:extLst>
              <a:ext uri="{FF2B5EF4-FFF2-40B4-BE49-F238E27FC236}">
                <a16:creationId xmlns:a16="http://schemas.microsoft.com/office/drawing/2014/main" id="{DA9E84FE-E42E-EFE3-FDEE-E50CD88F6CD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ja" dirty="0"/>
              <a:t>もし、僕にセールススキルも学びたいし、メンタルブロックも外したいと相談して、僕がじゃあ僕と同じようにここに書いてある講座に全て通ってくださいと言われたらどんなこと思いますか？</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ja" dirty="0"/>
              <a:t>そうですよね、みなさんそう言います。</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ja" dirty="0"/>
              <a:t>またセールスなんとかしたいって今すぐ解決したいことですよね？こんな時間かけたくないですよね？</a:t>
            </a:r>
            <a:endParaRPr dirty="0"/>
          </a:p>
          <a:p>
            <a:pPr marL="0" lvl="0" indent="0" algn="l" rtl="0">
              <a:lnSpc>
                <a:spcPct val="100000"/>
              </a:lnSpc>
              <a:spcBef>
                <a:spcPts val="0"/>
              </a:spcBef>
              <a:spcAft>
                <a:spcPts val="0"/>
              </a:spcAft>
              <a:buSzPts val="1100"/>
              <a:buNone/>
            </a:pPr>
            <a:r>
              <a:rPr lang="ja" dirty="0"/>
              <a:t>本当に大事なことはこれらを全て学ぶことではない、</a:t>
            </a:r>
            <a:endParaRPr dirty="0"/>
          </a:p>
          <a:p>
            <a:pPr marL="0" lvl="0" indent="0" algn="l" rtl="0">
              <a:lnSpc>
                <a:spcPct val="100000"/>
              </a:lnSpc>
              <a:spcBef>
                <a:spcPts val="0"/>
              </a:spcBef>
              <a:spcAft>
                <a:spcPts val="0"/>
              </a:spcAft>
              <a:buSzPts val="1100"/>
              <a:buNone/>
            </a:pPr>
            <a:r>
              <a:rPr lang="ja" dirty="0"/>
              <a:t>今ある課題に対して、必要なものを必要なタイミングで必要な量を学ぶことが大事です。</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ja" dirty="0"/>
              <a:t>それができるのがオーダーメイドプランのセールスマスタリープランです。</a:t>
            </a:r>
            <a:endParaRPr dirty="0"/>
          </a:p>
          <a:p>
            <a:pPr marL="0" lvl="0" indent="0" algn="l" rtl="0">
              <a:lnSpc>
                <a:spcPct val="100000"/>
              </a:lnSpc>
              <a:spcBef>
                <a:spcPts val="0"/>
              </a:spcBef>
              <a:spcAft>
                <a:spcPts val="0"/>
              </a:spcAft>
              <a:buSzPts val="1100"/>
              <a:buNone/>
            </a:pPr>
            <a:r>
              <a:rPr lang="ja" dirty="0"/>
              <a:t>今ある課題に対して、必要なものを必要なタイミングで必要な量提供できるからみなさん結果が出ています。</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ja" dirty="0"/>
              <a:t>「ちなみにこの中で、特に学んでみたいなと思った学びはありますか？」</a:t>
            </a:r>
            <a:endParaRPr dirty="0"/>
          </a:p>
          <a:p>
            <a:pPr marL="0" lvl="0" indent="0" algn="l" rtl="0">
              <a:lnSpc>
                <a:spcPct val="100000"/>
              </a:lnSpc>
              <a:spcBef>
                <a:spcPts val="0"/>
              </a:spcBef>
              <a:spcAft>
                <a:spcPts val="0"/>
              </a:spcAft>
              <a:buSzPts val="1100"/>
              <a:buNone/>
            </a:pPr>
            <a:r>
              <a:rPr lang="ja" dirty="0"/>
              <a:t>「ありがとうございます。それでは〇〇さんには普通の人よりもその部分を多めに提供していきますね！」</a:t>
            </a:r>
            <a:endParaRPr dirty="0"/>
          </a:p>
          <a:p>
            <a:pPr marL="0" lvl="0" indent="0" algn="l" rtl="0">
              <a:lnSpc>
                <a:spcPct val="100000"/>
              </a:lnSpc>
              <a:spcBef>
                <a:spcPts val="0"/>
              </a:spcBef>
              <a:spcAft>
                <a:spcPts val="0"/>
              </a:spcAft>
              <a:buSzPts val="1100"/>
              <a:buNone/>
            </a:pPr>
            <a:endParaRPr dirty="0"/>
          </a:p>
        </p:txBody>
      </p:sp>
      <p:sp>
        <p:nvSpPr>
          <p:cNvPr id="382" name="Google Shape;382;g3538ed85793_0_5:notes">
            <a:extLst>
              <a:ext uri="{FF2B5EF4-FFF2-40B4-BE49-F238E27FC236}">
                <a16:creationId xmlns:a16="http://schemas.microsoft.com/office/drawing/2014/main" id="{EA5E93CB-5A6A-6D77-AB4E-034BE8FA88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666671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33e0eecb4bf_0_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ja"/>
              <a:t>・全体振り返っての疑問質問はありませんか？</a:t>
            </a:r>
            <a:endParaRPr/>
          </a:p>
          <a:p>
            <a:pPr marL="0" lvl="0" indent="0" algn="l" rtl="0">
              <a:lnSpc>
                <a:spcPct val="100000"/>
              </a:lnSpc>
              <a:spcBef>
                <a:spcPts val="0"/>
              </a:spcBef>
              <a:spcAft>
                <a:spcPts val="0"/>
              </a:spcAft>
              <a:buSzPts val="1100"/>
              <a:buNone/>
            </a:pPr>
            <a:r>
              <a:rPr lang="ja"/>
              <a:t>・ここまで聞いてみてこのプラン受けてみたいと思っていただけましたか？</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ja"/>
              <a:t>ここまで聞いたらみなさんあとは気になるというのが</a:t>
            </a:r>
            <a:endParaRPr/>
          </a:p>
        </p:txBody>
      </p:sp>
      <p:sp>
        <p:nvSpPr>
          <p:cNvPr id="389" name="Google Shape;389;g33e0eecb4bf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33e2c320857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2" name="Google Shape;402;g33e2c320857_1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Font typeface="Arial"/>
              <a:buNone/>
            </a:pPr>
            <a:r>
              <a:rPr lang="ja"/>
              <a:t>次に出てくる金額が一番安く、なおかつ一番成果が出やすい銀行振込一括の金額です。分割、クレジットは。。。</a:t>
            </a:r>
            <a:endParaRPr/>
          </a:p>
          <a:p>
            <a:pPr marL="158750" lvl="0" indent="0" algn="l" rtl="0">
              <a:lnSpc>
                <a:spcPct val="100000"/>
              </a:lnSpc>
              <a:spcBef>
                <a:spcPts val="0"/>
              </a:spcBef>
              <a:spcAft>
                <a:spcPts val="0"/>
              </a:spcAft>
              <a:buSzPts val="1100"/>
              <a:buFont typeface="Arial"/>
              <a:buNone/>
            </a:pPr>
            <a:r>
              <a:rPr lang="ja"/>
              <a:t>ではここから価格を発表しますが、心の準備は宜しいでしょうか？</a:t>
            </a:r>
            <a:endParaRPr/>
          </a:p>
          <a:p>
            <a:pPr marL="158750" lvl="0" indent="0" algn="l" rtl="0">
              <a:lnSpc>
                <a:spcPct val="100000"/>
              </a:lnSpc>
              <a:spcBef>
                <a:spcPts val="0"/>
              </a:spcBef>
              <a:spcAft>
                <a:spcPts val="0"/>
              </a:spcAft>
              <a:buSzPts val="1100"/>
              <a:buFont typeface="Arial"/>
              <a:buNone/>
            </a:pPr>
            <a:endParaRPr/>
          </a:p>
          <a:p>
            <a:pPr marL="158750" lvl="0" indent="0" algn="l" rtl="0">
              <a:lnSpc>
                <a:spcPct val="100000"/>
              </a:lnSpc>
              <a:spcBef>
                <a:spcPts val="0"/>
              </a:spcBef>
              <a:spcAft>
                <a:spcPts val="0"/>
              </a:spcAft>
              <a:buSzPts val="1100"/>
              <a:buFont typeface="Arial"/>
              <a:buNone/>
            </a:pPr>
            <a:r>
              <a:rPr lang="ja"/>
              <a:t>最初はVIP（本気で関わる、本気の金額です）</a:t>
            </a:r>
            <a:endParaRPr/>
          </a:p>
          <a:p>
            <a:pPr marL="158750" lvl="0" indent="0" algn="l" rtl="0">
              <a:lnSpc>
                <a:spcPct val="100000"/>
              </a:lnSpc>
              <a:spcBef>
                <a:spcPts val="0"/>
              </a:spcBef>
              <a:spcAft>
                <a:spcPts val="0"/>
              </a:spcAft>
              <a:buSzPts val="1100"/>
              <a:buFont typeface="Arial"/>
              <a:buNone/>
            </a:pPr>
            <a:endParaRPr/>
          </a:p>
          <a:p>
            <a:pPr marL="158750" lvl="0" indent="0" algn="l" rtl="0">
              <a:lnSpc>
                <a:spcPct val="100000"/>
              </a:lnSpc>
              <a:spcBef>
                <a:spcPts val="0"/>
              </a:spcBef>
              <a:spcAft>
                <a:spcPts val="0"/>
              </a:spcAft>
              <a:buSzPts val="1100"/>
              <a:buFont typeface="Arial"/>
              <a:buNone/>
            </a:pPr>
            <a:r>
              <a:rPr lang="ja"/>
              <a:t>なんですけど、こちら定価でして、、、</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347dccdafe3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3" name="Google Shape;443;g347dccdafe3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347dccdafe3_0_9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ja"/>
              <a:t>こういう方を応援したいと思っているので、、、</a:t>
            </a:r>
            <a:endParaRPr/>
          </a:p>
          <a:p>
            <a:pPr marL="0" lvl="0" indent="0" algn="l" rtl="0">
              <a:lnSpc>
                <a:spcPct val="100000"/>
              </a:lnSpc>
              <a:spcBef>
                <a:spcPts val="0"/>
              </a:spcBef>
              <a:spcAft>
                <a:spcPts val="0"/>
              </a:spcAft>
              <a:buSzPts val="1100"/>
              <a:buNone/>
            </a:pPr>
            <a:r>
              <a:rPr lang="ja"/>
              <a:t>先にモニター特典を紹介すると</a:t>
            </a:r>
            <a:endParaRPr/>
          </a:p>
        </p:txBody>
      </p:sp>
      <p:sp>
        <p:nvSpPr>
          <p:cNvPr id="448" name="Google Shape;448;g347dccdafe3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347dccdafe3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4" name="Google Shape;454;g347dccdafe3_0_1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r>
              <a:rPr lang="ja"/>
              <a:t>なんですが、こちら使う必要ありません。</a:t>
            </a:r>
            <a:endParaRPr/>
          </a:p>
          <a:p>
            <a:pPr marL="158750" lvl="0" indent="0" algn="l" rtl="0">
              <a:lnSpc>
                <a:spcPct val="100000"/>
              </a:lnSpc>
              <a:spcBef>
                <a:spcPts val="0"/>
              </a:spcBef>
              <a:spcAft>
                <a:spcPts val="0"/>
              </a:spcAft>
              <a:buSzPts val="1100"/>
              <a:buNone/>
            </a:pPr>
            <a:r>
              <a:rPr lang="ja"/>
              <a:t>なぜなら〜〜だから。</a:t>
            </a:r>
            <a:endParaRPr/>
          </a:p>
          <a:p>
            <a:pPr marL="158750" lvl="0" indent="0" algn="l" rtl="0">
              <a:lnSpc>
                <a:spcPct val="100000"/>
              </a:lnSpc>
              <a:spcBef>
                <a:spcPts val="0"/>
              </a:spcBef>
              <a:spcAft>
                <a:spcPts val="0"/>
              </a:spcAft>
              <a:buSzPts val="1100"/>
              <a:buNone/>
            </a:pPr>
            <a:r>
              <a:rPr lang="ja"/>
              <a:t>倍以上の金額を出すぞという気持ちで受けて欲しいし、それができる人です。</a:t>
            </a:r>
            <a:endParaRPr/>
          </a:p>
          <a:p>
            <a:pPr marL="158750" lvl="0" indent="0" algn="l" rtl="0">
              <a:lnSpc>
                <a:spcPct val="100000"/>
              </a:lnSpc>
              <a:spcBef>
                <a:spcPts val="0"/>
              </a:spcBef>
              <a:spcAft>
                <a:spcPts val="0"/>
              </a:spcAft>
              <a:buSzPts val="1100"/>
              <a:buNone/>
            </a:pPr>
            <a:r>
              <a:rPr lang="ja"/>
              <a:t>ただ安心してお申し込みできるようにできている</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347dccdafe3_0_4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3" name="Google Shape;463;g347dccdafe3_0_4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Font typeface="Arial"/>
              <a:buNone/>
            </a:pPr>
            <a:r>
              <a:rPr lang="ja"/>
              <a:t>次に出てくる金額が一番安く、なおかつ一番成果が出やすい銀行振込一括の金額です。分割、クレジットは。。。</a:t>
            </a:r>
            <a:endParaRPr/>
          </a:p>
          <a:p>
            <a:pPr marL="158750" lvl="0" indent="0" algn="l" rtl="0">
              <a:lnSpc>
                <a:spcPct val="100000"/>
              </a:lnSpc>
              <a:spcBef>
                <a:spcPts val="0"/>
              </a:spcBef>
              <a:spcAft>
                <a:spcPts val="0"/>
              </a:spcAft>
              <a:buSzPts val="1100"/>
              <a:buFont typeface="Arial"/>
              <a:buNone/>
            </a:pPr>
            <a:r>
              <a:rPr lang="ja"/>
              <a:t>ではここから価格を発表しますが、心の準備は宜しいでしょうか？</a:t>
            </a:r>
            <a:endParaRPr/>
          </a:p>
          <a:p>
            <a:pPr marL="158750" lvl="0" indent="0" algn="l" rtl="0">
              <a:lnSpc>
                <a:spcPct val="100000"/>
              </a:lnSpc>
              <a:spcBef>
                <a:spcPts val="0"/>
              </a:spcBef>
              <a:spcAft>
                <a:spcPts val="0"/>
              </a:spcAft>
              <a:buSzPts val="1100"/>
              <a:buFont typeface="Arial"/>
              <a:buNone/>
            </a:pPr>
            <a:endParaRPr/>
          </a:p>
          <a:p>
            <a:pPr marL="158750" lvl="0" indent="0" algn="l" rtl="0">
              <a:lnSpc>
                <a:spcPct val="100000"/>
              </a:lnSpc>
              <a:spcBef>
                <a:spcPts val="0"/>
              </a:spcBef>
              <a:spcAft>
                <a:spcPts val="0"/>
              </a:spcAft>
              <a:buSzPts val="1100"/>
              <a:buFont typeface="Arial"/>
              <a:buNone/>
            </a:pPr>
            <a:r>
              <a:rPr lang="ja"/>
              <a:t>最初はVIP（本気で関わる、本気の金額です）</a:t>
            </a:r>
            <a:endParaRPr/>
          </a:p>
          <a:p>
            <a:pPr marL="158750" lvl="0" indent="0" algn="l" rtl="0">
              <a:lnSpc>
                <a:spcPct val="100000"/>
              </a:lnSpc>
              <a:spcBef>
                <a:spcPts val="0"/>
              </a:spcBef>
              <a:spcAft>
                <a:spcPts val="0"/>
              </a:spcAft>
              <a:buSzPts val="1100"/>
              <a:buFont typeface="Arial"/>
              <a:buNone/>
            </a:pPr>
            <a:endParaRPr/>
          </a:p>
          <a:p>
            <a:pPr marL="158750" lvl="0" indent="0" algn="l" rtl="0">
              <a:lnSpc>
                <a:spcPct val="100000"/>
              </a:lnSpc>
              <a:spcBef>
                <a:spcPts val="0"/>
              </a:spcBef>
              <a:spcAft>
                <a:spcPts val="0"/>
              </a:spcAft>
              <a:buSzPts val="1100"/>
              <a:buFont typeface="Arial"/>
              <a:buNone/>
            </a:pPr>
            <a:r>
              <a:rPr lang="ja"/>
              <a:t>なんですけど、こちら定価でして、、、</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33e0eecb4bf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2" name="Google Shape;372;g33e0eecb4bf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r>
              <a:rPr lang="ja"/>
              <a:t>メニューに関して何かご質問はありませんか？</a:t>
            </a:r>
            <a:endParaRPr/>
          </a:p>
          <a:p>
            <a:pPr marL="158750" lvl="0" indent="0" algn="l" rtl="0">
              <a:lnSpc>
                <a:spcPct val="100000"/>
              </a:lnSpc>
              <a:spcBef>
                <a:spcPts val="0"/>
              </a:spcBef>
              <a:spcAft>
                <a:spcPts val="0"/>
              </a:spcAft>
              <a:buSzPts val="1100"/>
              <a:buNone/>
            </a:pPr>
            <a:r>
              <a:rPr lang="ja"/>
              <a:t>金額の発表はこれからですが、金額抜きにして単純に内容だけ見たらどのコース受けたいと思いましたか？</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347dccdafe3_0_4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4" name="Google Shape;424;g347dccdafe3_0_4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Font typeface="Arial"/>
              <a:buNone/>
            </a:pPr>
            <a:r>
              <a:rPr lang="ja"/>
              <a:t>次に出てくる金額が一番安く、なおかつ一番成果が出やすい銀行振込一括の金額です。分割、クレジットは。。。</a:t>
            </a:r>
            <a:endParaRPr/>
          </a:p>
          <a:p>
            <a:pPr marL="158750" lvl="0" indent="0" algn="l" rtl="0">
              <a:lnSpc>
                <a:spcPct val="100000"/>
              </a:lnSpc>
              <a:spcBef>
                <a:spcPts val="0"/>
              </a:spcBef>
              <a:spcAft>
                <a:spcPts val="0"/>
              </a:spcAft>
              <a:buSzPts val="1100"/>
              <a:buFont typeface="Arial"/>
              <a:buNone/>
            </a:pPr>
            <a:r>
              <a:rPr lang="ja"/>
              <a:t>ではここから価格を発表しますが、心の準備は宜しいでしょうか？</a:t>
            </a:r>
            <a:endParaRPr/>
          </a:p>
          <a:p>
            <a:pPr marL="158750" lvl="0" indent="0" algn="l" rtl="0">
              <a:lnSpc>
                <a:spcPct val="100000"/>
              </a:lnSpc>
              <a:spcBef>
                <a:spcPts val="0"/>
              </a:spcBef>
              <a:spcAft>
                <a:spcPts val="0"/>
              </a:spcAft>
              <a:buSzPts val="1100"/>
              <a:buFont typeface="Arial"/>
              <a:buNone/>
            </a:pPr>
            <a:endParaRPr/>
          </a:p>
          <a:p>
            <a:pPr marL="158750" lvl="0" indent="0" algn="l" rtl="0">
              <a:lnSpc>
                <a:spcPct val="100000"/>
              </a:lnSpc>
              <a:spcBef>
                <a:spcPts val="0"/>
              </a:spcBef>
              <a:spcAft>
                <a:spcPts val="0"/>
              </a:spcAft>
              <a:buSzPts val="1100"/>
              <a:buFont typeface="Arial"/>
              <a:buNone/>
            </a:pPr>
            <a:r>
              <a:rPr lang="ja"/>
              <a:t>最初はVIP（本気で関わる、本気の金額です）</a:t>
            </a:r>
            <a:endParaRPr/>
          </a:p>
          <a:p>
            <a:pPr marL="158750" lvl="0" indent="0" algn="l" rtl="0">
              <a:lnSpc>
                <a:spcPct val="100000"/>
              </a:lnSpc>
              <a:spcBef>
                <a:spcPts val="0"/>
              </a:spcBef>
              <a:spcAft>
                <a:spcPts val="0"/>
              </a:spcAft>
              <a:buSzPts val="1100"/>
              <a:buFont typeface="Arial"/>
              <a:buNone/>
            </a:pPr>
            <a:endParaRPr/>
          </a:p>
          <a:p>
            <a:pPr marL="158750" lvl="0" indent="0" algn="l" rtl="0">
              <a:lnSpc>
                <a:spcPct val="100000"/>
              </a:lnSpc>
              <a:spcBef>
                <a:spcPts val="0"/>
              </a:spcBef>
              <a:spcAft>
                <a:spcPts val="0"/>
              </a:spcAft>
              <a:buSzPts val="1100"/>
              <a:buFont typeface="Arial"/>
              <a:buNone/>
            </a:pPr>
            <a:r>
              <a:rPr lang="ja"/>
              <a:t>なんですけど、こちら定価でして、、、</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A745C165-5794-E5E7-16AE-0358D3A6A6E2}"/>
            </a:ext>
          </a:extLst>
        </p:cNvPr>
        <p:cNvGrpSpPr/>
        <p:nvPr/>
      </p:nvGrpSpPr>
      <p:grpSpPr>
        <a:xfrm>
          <a:off x="0" y="0"/>
          <a:ext cx="0" cy="0"/>
          <a:chOff x="0" y="0"/>
          <a:chExt cx="0" cy="0"/>
        </a:xfrm>
      </p:grpSpPr>
      <p:sp>
        <p:nvSpPr>
          <p:cNvPr id="57" name="Google Shape;57;g33b0507aad4_0_0:notes">
            <a:extLst>
              <a:ext uri="{FF2B5EF4-FFF2-40B4-BE49-F238E27FC236}">
                <a16:creationId xmlns:a16="http://schemas.microsoft.com/office/drawing/2014/main" id="{4D9618DB-55C8-F027-4A98-3BCEABDC1B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ja"/>
              <a:t>このタイトルを見て、いいなと思ったところ教えてもらえますか？</a:t>
            </a:r>
            <a:endParaRPr/>
          </a:p>
          <a:p>
            <a:pPr marL="0" lvl="0" indent="0" algn="l" rtl="0">
              <a:lnSpc>
                <a:spcPct val="100000"/>
              </a:lnSpc>
              <a:spcBef>
                <a:spcPts val="0"/>
              </a:spcBef>
              <a:spcAft>
                <a:spcPts val="0"/>
              </a:spcAft>
              <a:buSzPts val="1100"/>
              <a:buNone/>
            </a:pPr>
            <a:r>
              <a:rPr lang="ja"/>
              <a:t>なぜですか？</a:t>
            </a:r>
            <a:endParaRPr/>
          </a:p>
        </p:txBody>
      </p:sp>
      <p:sp>
        <p:nvSpPr>
          <p:cNvPr id="58" name="Google Shape;58;g33b0507aad4_0_0:notes">
            <a:extLst>
              <a:ext uri="{FF2B5EF4-FFF2-40B4-BE49-F238E27FC236}">
                <a16:creationId xmlns:a16="http://schemas.microsoft.com/office/drawing/2014/main" id="{44AD6B3C-39A7-0FFA-0612-8657B6BA97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5599562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A745C165-5794-E5E7-16AE-0358D3A6A6E2}"/>
            </a:ext>
          </a:extLst>
        </p:cNvPr>
        <p:cNvGrpSpPr/>
        <p:nvPr/>
      </p:nvGrpSpPr>
      <p:grpSpPr>
        <a:xfrm>
          <a:off x="0" y="0"/>
          <a:ext cx="0" cy="0"/>
          <a:chOff x="0" y="0"/>
          <a:chExt cx="0" cy="0"/>
        </a:xfrm>
      </p:grpSpPr>
      <p:sp>
        <p:nvSpPr>
          <p:cNvPr id="57" name="Google Shape;57;g33b0507aad4_0_0:notes">
            <a:extLst>
              <a:ext uri="{FF2B5EF4-FFF2-40B4-BE49-F238E27FC236}">
                <a16:creationId xmlns:a16="http://schemas.microsoft.com/office/drawing/2014/main" id="{4D9618DB-55C8-F027-4A98-3BCEABDC1B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ja"/>
              <a:t>このタイトルを見て、いいなと思ったところ教えてもらえますか？</a:t>
            </a:r>
            <a:endParaRPr/>
          </a:p>
          <a:p>
            <a:pPr marL="0" lvl="0" indent="0" algn="l" rtl="0">
              <a:lnSpc>
                <a:spcPct val="100000"/>
              </a:lnSpc>
              <a:spcBef>
                <a:spcPts val="0"/>
              </a:spcBef>
              <a:spcAft>
                <a:spcPts val="0"/>
              </a:spcAft>
              <a:buSzPts val="1100"/>
              <a:buNone/>
            </a:pPr>
            <a:r>
              <a:rPr lang="ja"/>
              <a:t>なぜですか？</a:t>
            </a:r>
            <a:endParaRPr/>
          </a:p>
        </p:txBody>
      </p:sp>
      <p:sp>
        <p:nvSpPr>
          <p:cNvPr id="58" name="Google Shape;58;g33b0507aad4_0_0:notes">
            <a:extLst>
              <a:ext uri="{FF2B5EF4-FFF2-40B4-BE49-F238E27FC236}">
                <a16:creationId xmlns:a16="http://schemas.microsoft.com/office/drawing/2014/main" id="{44AD6B3C-39A7-0FFA-0612-8657B6BA97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559956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a:endParaRPr/>
          </a:p>
        </p:txBody>
      </p:sp>
      <p:sp>
        <p:nvSpPr>
          <p:cNvPr id="55" name="Google Shape;55;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j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customXml" Target="../ink/ink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jpg"/><Relationship Id="rId7"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22.jp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4.jpg"/></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27.jpg"/><Relationship Id="rId5" Type="http://schemas.openxmlformats.org/officeDocument/2006/relationships/image" Target="../media/image26.jpg"/><Relationship Id="rId4" Type="http://schemas.openxmlformats.org/officeDocument/2006/relationships/image" Target="../media/image25.jpg"/></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2.xml"/><Relationship Id="rId5" Type="http://schemas.openxmlformats.org/officeDocument/2006/relationships/image" Target="../media/image32.jpg"/><Relationship Id="rId4" Type="http://schemas.openxmlformats.org/officeDocument/2006/relationships/image" Target="../media/image31.jpg"/></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33.jpg"/></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customXml" Target="../ink/ink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customXml" Target="../ink/ink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pic>
        <p:nvPicPr>
          <p:cNvPr id="60" name="Google Shape;60;p14"/>
          <p:cNvPicPr preferRelativeResize="0"/>
          <p:nvPr/>
        </p:nvPicPr>
        <p:blipFill rotWithShape="1">
          <a:blip r:embed="rId3">
            <a:alphaModFix amt="35000"/>
          </a:blip>
          <a:srcRect/>
          <a:stretch/>
        </p:blipFill>
        <p:spPr>
          <a:xfrm>
            <a:off x="-2" y="0"/>
            <a:ext cx="9144002" cy="5143500"/>
          </a:xfrm>
          <a:prstGeom prst="rect">
            <a:avLst/>
          </a:prstGeom>
          <a:noFill/>
          <a:ln>
            <a:noFill/>
          </a:ln>
        </p:spPr>
      </p:pic>
      <p:sp>
        <p:nvSpPr>
          <p:cNvPr id="61" name="Google Shape;61;p14"/>
          <p:cNvSpPr txBox="1"/>
          <p:nvPr/>
        </p:nvSpPr>
        <p:spPr>
          <a:xfrm>
            <a:off x="757861" y="244741"/>
            <a:ext cx="7833000" cy="4489200"/>
          </a:xfrm>
          <a:prstGeom prst="rect">
            <a:avLst/>
          </a:prstGeom>
          <a:noFill/>
          <a:ln>
            <a:noFill/>
          </a:ln>
        </p:spPr>
        <p:txBody>
          <a:bodyPr spcFirstLastPara="1" wrap="square" lIns="68575" tIns="34275" rIns="68575" bIns="34275" anchor="ctr" anchorCtr="0">
            <a:normAutofit/>
          </a:bodyPr>
          <a:lstStyle/>
          <a:p>
            <a:pPr marL="0" marR="0" lvl="0" indent="0" algn="l" rtl="0">
              <a:lnSpc>
                <a:spcPct val="150000"/>
              </a:lnSpc>
              <a:spcBef>
                <a:spcPts val="0"/>
              </a:spcBef>
              <a:spcAft>
                <a:spcPts val="0"/>
              </a:spcAft>
              <a:buClr>
                <a:srgbClr val="FF0000"/>
              </a:buClr>
              <a:buSzPts val="2400"/>
              <a:buFont typeface="Arial"/>
              <a:buNone/>
            </a:pPr>
            <a:r>
              <a:rPr lang="ja" sz="2400" b="1" dirty="0">
                <a:solidFill>
                  <a:srgbClr val="FF0000"/>
                </a:solidFill>
              </a:rPr>
              <a:t>　</a:t>
            </a:r>
            <a:r>
              <a:rPr lang="ja-JP" altLang="en-US" sz="2400" b="1" dirty="0">
                <a:solidFill>
                  <a:srgbClr val="FF0000"/>
                </a:solidFill>
              </a:rPr>
              <a:t>　　　</a:t>
            </a:r>
            <a:r>
              <a:rPr lang="ja-JP" altLang="en-US" sz="2400" b="1" dirty="0">
                <a:solidFill>
                  <a:srgbClr val="C00000"/>
                </a:solidFill>
              </a:rPr>
              <a:t>天給自足実践塾の学びを未来に活かす</a:t>
            </a:r>
            <a:endParaRPr lang="ja-JP" altLang="en-US" sz="3000" b="1" i="0" u="none" strike="noStrike" cap="none" dirty="0">
              <a:solidFill>
                <a:srgbClr val="C00000"/>
              </a:solidFill>
              <a:latin typeface="Arial"/>
              <a:ea typeface="Arial"/>
              <a:cs typeface="Arial"/>
              <a:sym typeface="Arial"/>
            </a:endParaRPr>
          </a:p>
          <a:p>
            <a:pPr lvl="0" algn="ctr">
              <a:lnSpc>
                <a:spcPct val="150000"/>
              </a:lnSpc>
              <a:buClr>
                <a:srgbClr val="FF0000"/>
              </a:buClr>
              <a:buSzPts val="2400"/>
            </a:pPr>
            <a:r>
              <a:rPr lang="ja-JP" altLang="en-US" sz="2400" b="1" dirty="0">
                <a:solidFill>
                  <a:srgbClr val="CC0000"/>
                </a:solidFill>
              </a:rPr>
              <a:t>天給自足、発酵食と自然農、野草、きのこ</a:t>
            </a:r>
          </a:p>
          <a:p>
            <a:pPr lvl="0" algn="ctr">
              <a:lnSpc>
                <a:spcPct val="150000"/>
              </a:lnSpc>
              <a:buClr>
                <a:srgbClr val="FF0000"/>
              </a:buClr>
              <a:buSzPts val="2400"/>
            </a:pPr>
            <a:r>
              <a:rPr lang="ja" sz="2400" b="1" i="0" u="none" strike="noStrike" cap="none" dirty="0">
                <a:solidFill>
                  <a:srgbClr val="CC0000"/>
                </a:solidFill>
                <a:latin typeface="Arial"/>
                <a:ea typeface="Arial"/>
                <a:cs typeface="Arial"/>
                <a:sym typeface="Arial"/>
              </a:rPr>
              <a:t>一生モノの</a:t>
            </a:r>
            <a:r>
              <a:rPr lang="ja" sz="2400" b="1" dirty="0">
                <a:solidFill>
                  <a:srgbClr val="CC0000"/>
                </a:solidFill>
              </a:rPr>
              <a:t>食のスキル</a:t>
            </a:r>
            <a:r>
              <a:rPr lang="ja-JP" altLang="en-US" sz="2400" b="1" dirty="0">
                <a:solidFill>
                  <a:srgbClr val="CC0000"/>
                </a:solidFill>
              </a:rPr>
              <a:t>を</a:t>
            </a:r>
            <a:endParaRPr lang="en-US" altLang="ja-JP" sz="2400" b="1" dirty="0">
              <a:solidFill>
                <a:srgbClr val="CC0000"/>
              </a:solidFill>
            </a:endParaRPr>
          </a:p>
          <a:p>
            <a:pPr lvl="0" algn="ctr">
              <a:lnSpc>
                <a:spcPct val="150000"/>
              </a:lnSpc>
              <a:buClr>
                <a:srgbClr val="FF0000"/>
              </a:buClr>
              <a:buSzPts val="2400"/>
            </a:pPr>
            <a:r>
              <a:rPr lang="ja-JP" altLang="en-US" sz="2400" b="1" dirty="0">
                <a:solidFill>
                  <a:srgbClr val="CC0000"/>
                </a:solidFill>
              </a:rPr>
              <a:t>これからの生活に連動しどう活かすか</a:t>
            </a:r>
            <a:endParaRPr lang="en-US" altLang="ja-JP" sz="2400" b="1" dirty="0">
              <a:solidFill>
                <a:srgbClr val="CC0000"/>
              </a:solidFill>
            </a:endParaRPr>
          </a:p>
          <a:p>
            <a:pPr marL="0" marR="0" lvl="0" indent="0" algn="ctr" rtl="0">
              <a:lnSpc>
                <a:spcPct val="150000"/>
              </a:lnSpc>
              <a:spcBef>
                <a:spcPts val="0"/>
              </a:spcBef>
              <a:spcAft>
                <a:spcPts val="0"/>
              </a:spcAft>
              <a:buClr>
                <a:srgbClr val="FF0000"/>
              </a:buClr>
              <a:buSzPts val="2400"/>
              <a:buFont typeface="Arial"/>
              <a:buNone/>
            </a:pPr>
            <a:r>
              <a:rPr lang="ja-JP" altLang="en-US" sz="2400" b="1" i="0" u="none" strike="noStrike" cap="none" dirty="0">
                <a:solidFill>
                  <a:srgbClr val="CC0000"/>
                </a:solidFill>
                <a:latin typeface="Arial"/>
                <a:ea typeface="Arial"/>
                <a:cs typeface="Arial"/>
                <a:sym typeface="Arial"/>
              </a:rPr>
              <a:t>日本の食文化、伝統文化、徳文化をいかに伝承</a:t>
            </a:r>
            <a:r>
              <a:rPr lang="ja-JP" altLang="en-US" sz="2400" b="1" i="0" u="none" strike="noStrike" cap="none">
                <a:solidFill>
                  <a:srgbClr val="CC0000"/>
                </a:solidFill>
                <a:latin typeface="Arial"/>
                <a:ea typeface="Arial"/>
                <a:cs typeface="Arial"/>
                <a:sym typeface="Arial"/>
              </a:rPr>
              <a:t>するか</a:t>
            </a:r>
            <a:r>
              <a:rPr lang="ja-JP" altLang="en-US" sz="3200" b="1">
                <a:solidFill>
                  <a:srgbClr val="CC0000"/>
                </a:solidFill>
              </a:rPr>
              <a:t>ま</a:t>
            </a:r>
            <a:r>
              <a:rPr lang="ja-JP" altLang="en-US" sz="3200" b="1" dirty="0">
                <a:solidFill>
                  <a:srgbClr val="CC0000"/>
                </a:solidFill>
              </a:rPr>
              <a:t>っちゃん</a:t>
            </a:r>
            <a:r>
              <a:rPr lang="ja" sz="3200" b="1" i="0" u="none" strike="noStrike" cap="none" dirty="0">
                <a:solidFill>
                  <a:srgbClr val="CC0000"/>
                </a:solidFill>
                <a:latin typeface="Arial"/>
                <a:ea typeface="Arial"/>
                <a:cs typeface="Arial"/>
                <a:sym typeface="Arial"/>
              </a:rPr>
              <a:t>の</a:t>
            </a:r>
            <a:r>
              <a:rPr lang="ja-JP" altLang="en-US" sz="3300" b="1" i="0" u="none" strike="noStrike" cap="none" dirty="0">
                <a:solidFill>
                  <a:srgbClr val="CC0000"/>
                </a:solidFill>
                <a:latin typeface="Arial"/>
                <a:ea typeface="Arial"/>
                <a:cs typeface="Arial"/>
                <a:sym typeface="Arial"/>
              </a:rPr>
              <a:t>未来創造</a:t>
            </a:r>
            <a:r>
              <a:rPr lang="ja" altLang="en-US" sz="3300" b="1" i="0" u="none" strike="noStrike" cap="none" dirty="0">
                <a:solidFill>
                  <a:srgbClr val="CC0000"/>
                </a:solidFill>
                <a:latin typeface="Arial"/>
                <a:ea typeface="Arial"/>
                <a:cs typeface="Arial"/>
                <a:sym typeface="Arial"/>
              </a:rPr>
              <a:t>プラン</a:t>
            </a:r>
            <a:endParaRPr lang="ja" altLang="en-US" sz="3300" b="1" i="0" u="none" strike="noStrike" cap="none" dirty="0">
              <a:solidFill>
                <a:srgbClr val="CC0000"/>
              </a:solidFill>
              <a:latin typeface="Arial"/>
              <a:ea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B7F26BE9-1F4E-6B1E-6E87-37198052FEFF}"/>
            </a:ext>
          </a:extLst>
        </p:cNvPr>
        <p:cNvGrpSpPr/>
        <p:nvPr/>
      </p:nvGrpSpPr>
      <p:grpSpPr>
        <a:xfrm>
          <a:off x="0" y="0"/>
          <a:ext cx="0" cy="0"/>
          <a:chOff x="0" y="0"/>
          <a:chExt cx="0" cy="0"/>
        </a:xfrm>
      </p:grpSpPr>
      <p:pic>
        <p:nvPicPr>
          <p:cNvPr id="60" name="Google Shape;60;p14">
            <a:extLst>
              <a:ext uri="{FF2B5EF4-FFF2-40B4-BE49-F238E27FC236}">
                <a16:creationId xmlns:a16="http://schemas.microsoft.com/office/drawing/2014/main" id="{57600177-CB8F-719B-662D-DE07EE39AFDE}"/>
              </a:ext>
            </a:extLst>
          </p:cNvPr>
          <p:cNvPicPr preferRelativeResize="0"/>
          <p:nvPr/>
        </p:nvPicPr>
        <p:blipFill rotWithShape="1">
          <a:blip r:embed="rId3">
            <a:alphaModFix amt="35000"/>
          </a:blip>
          <a:srcRect/>
          <a:stretch/>
        </p:blipFill>
        <p:spPr>
          <a:xfrm>
            <a:off x="0" y="-30862"/>
            <a:ext cx="9144002" cy="5143500"/>
          </a:xfrm>
          <a:prstGeom prst="rect">
            <a:avLst/>
          </a:prstGeom>
          <a:noFill/>
          <a:ln>
            <a:noFill/>
          </a:ln>
        </p:spPr>
      </p:pic>
      <p:sp>
        <p:nvSpPr>
          <p:cNvPr id="61" name="Google Shape;61;p14">
            <a:extLst>
              <a:ext uri="{FF2B5EF4-FFF2-40B4-BE49-F238E27FC236}">
                <a16:creationId xmlns:a16="http://schemas.microsoft.com/office/drawing/2014/main" id="{45E0D86B-FF99-8BED-8DE7-B88ED3D8D0F4}"/>
              </a:ext>
            </a:extLst>
          </p:cNvPr>
          <p:cNvSpPr txBox="1"/>
          <p:nvPr/>
        </p:nvSpPr>
        <p:spPr>
          <a:xfrm>
            <a:off x="0" y="105508"/>
            <a:ext cx="9144000" cy="4909624"/>
          </a:xfrm>
          <a:prstGeom prst="rect">
            <a:avLst/>
          </a:prstGeom>
          <a:noFill/>
          <a:ln>
            <a:noFill/>
          </a:ln>
        </p:spPr>
        <p:txBody>
          <a:bodyPr spcFirstLastPara="1" wrap="square" lIns="68575" tIns="34275" rIns="68575" bIns="34275" anchor="ctr" anchorCtr="0">
            <a:normAutofit fontScale="25000" lnSpcReduction="20000"/>
          </a:bodyPr>
          <a:lstStyle/>
          <a:p>
            <a:pPr marL="0" marR="0" lvl="0" indent="0" algn="l" rtl="0">
              <a:lnSpc>
                <a:spcPct val="150000"/>
              </a:lnSpc>
              <a:spcBef>
                <a:spcPts val="0"/>
              </a:spcBef>
              <a:spcAft>
                <a:spcPts val="0"/>
              </a:spcAft>
              <a:buClr>
                <a:srgbClr val="FF0000"/>
              </a:buClr>
              <a:buSzPts val="2400"/>
              <a:buFont typeface="Arial"/>
              <a:buNone/>
            </a:pPr>
            <a:r>
              <a:rPr lang="ja" sz="2400" b="1" dirty="0">
                <a:solidFill>
                  <a:srgbClr val="FF0000"/>
                </a:solidFill>
              </a:rPr>
              <a:t>　</a:t>
            </a:r>
            <a:r>
              <a:rPr lang="ja" sz="4000" b="1" dirty="0">
                <a:solidFill>
                  <a:srgbClr val="FF0000"/>
                </a:solidFill>
              </a:rPr>
              <a:t>　</a:t>
            </a:r>
            <a:r>
              <a:rPr lang="ja" sz="4000" b="1" dirty="0">
                <a:solidFill>
                  <a:srgbClr val="CC0000"/>
                </a:solidFill>
              </a:rPr>
              <a:t>　　</a:t>
            </a:r>
            <a:r>
              <a:rPr lang="ja-JP" altLang="en-US" sz="8000" b="1" dirty="0">
                <a:solidFill>
                  <a:srgbClr val="CC0000"/>
                </a:solidFill>
              </a:rPr>
              <a:t>本日の体験セッションを実りあるものにするためにお伝えしたいこと。</a:t>
            </a:r>
            <a:endParaRPr lang="en-US" altLang="ja-JP" sz="8000" b="1" dirty="0">
              <a:solidFill>
                <a:srgbClr val="CC0000"/>
              </a:solidFill>
            </a:endParaRPr>
          </a:p>
          <a:p>
            <a:pPr marL="0" marR="0" lvl="0" indent="0" algn="l" rtl="0">
              <a:lnSpc>
                <a:spcPct val="150000"/>
              </a:lnSpc>
              <a:spcBef>
                <a:spcPts val="0"/>
              </a:spcBef>
              <a:spcAft>
                <a:spcPts val="0"/>
              </a:spcAft>
              <a:buClr>
                <a:srgbClr val="FF0000"/>
              </a:buClr>
              <a:buSzPts val="2400"/>
              <a:buFont typeface="Arial"/>
              <a:buNone/>
            </a:pPr>
            <a:endParaRPr lang="en-US" altLang="ja-JP" sz="4900" b="1" dirty="0">
              <a:solidFill>
                <a:srgbClr val="CC0000"/>
              </a:solidFill>
            </a:endParaRPr>
          </a:p>
          <a:p>
            <a:pPr marL="0" marR="0" lvl="0" indent="0" algn="l" rtl="0">
              <a:lnSpc>
                <a:spcPct val="150000"/>
              </a:lnSpc>
              <a:spcBef>
                <a:spcPts val="0"/>
              </a:spcBef>
              <a:spcAft>
                <a:spcPts val="0"/>
              </a:spcAft>
              <a:buClr>
                <a:srgbClr val="FF0000"/>
              </a:buClr>
              <a:buSzPts val="2400"/>
              <a:buFont typeface="Arial"/>
              <a:buNone/>
            </a:pPr>
            <a:r>
              <a:rPr lang="ja-JP" altLang="en-US" sz="6400" b="1" i="0" u="none" strike="noStrike" cap="none" dirty="0">
                <a:solidFill>
                  <a:srgbClr val="CC0000"/>
                </a:solidFill>
                <a:latin typeface="Arial"/>
                <a:ea typeface="Arial"/>
                <a:cs typeface="Arial"/>
                <a:sym typeface="Arial"/>
              </a:rPr>
              <a:t>　　まっちゃんの輝く未来を</a:t>
            </a:r>
            <a:r>
              <a:rPr lang="ja-JP" altLang="en-US" sz="6400" b="1" dirty="0">
                <a:solidFill>
                  <a:srgbClr val="CC0000"/>
                </a:solidFill>
              </a:rPr>
              <a:t>描くお手伝いの時間にしたいと考えています。先に天給自足を経験した者としてまっちゃんの人生に必要な応援者になりたいと思っています。残りの人生の時間をどう創るか、和多志は本来の日本の食の復活が日本全体の復活につながると考えています。今日という日は残りの人生の最初の日です。有意義な楽しい時間にしましょう。</a:t>
            </a:r>
            <a:endParaRPr lang="en-US" altLang="ja-JP" sz="6400" b="1" dirty="0">
              <a:solidFill>
                <a:srgbClr val="CC0000"/>
              </a:solidFill>
            </a:endParaRPr>
          </a:p>
          <a:p>
            <a:pPr marL="0" marR="0" lvl="0" indent="0" algn="l" rtl="0">
              <a:lnSpc>
                <a:spcPct val="150000"/>
              </a:lnSpc>
              <a:spcBef>
                <a:spcPts val="0"/>
              </a:spcBef>
              <a:spcAft>
                <a:spcPts val="0"/>
              </a:spcAft>
              <a:buClr>
                <a:srgbClr val="FF0000"/>
              </a:buClr>
              <a:buSzPts val="2400"/>
              <a:buFont typeface="Arial"/>
              <a:buNone/>
            </a:pPr>
            <a:r>
              <a:rPr lang="ja-JP" altLang="en-US" sz="6400" b="1" dirty="0">
                <a:solidFill>
                  <a:srgbClr val="CC0000"/>
                </a:solidFill>
              </a:rPr>
              <a:t>　　　</a:t>
            </a:r>
            <a:endParaRPr lang="en-US" altLang="ja-JP" sz="6400" b="1" dirty="0">
              <a:solidFill>
                <a:srgbClr val="CC0000"/>
              </a:solidFill>
            </a:endParaRPr>
          </a:p>
          <a:p>
            <a:pPr marL="0" marR="0" lvl="0" indent="0" algn="l" rtl="0">
              <a:lnSpc>
                <a:spcPct val="150000"/>
              </a:lnSpc>
              <a:spcBef>
                <a:spcPts val="0"/>
              </a:spcBef>
              <a:spcAft>
                <a:spcPts val="0"/>
              </a:spcAft>
              <a:buClr>
                <a:srgbClr val="FF0000"/>
              </a:buClr>
              <a:buSzPts val="2400"/>
              <a:buFont typeface="Arial"/>
              <a:buNone/>
            </a:pPr>
            <a:r>
              <a:rPr lang="ja-JP" altLang="en-US" sz="6400" b="1" dirty="0">
                <a:solidFill>
                  <a:srgbClr val="CC0000"/>
                </a:solidFill>
              </a:rPr>
              <a:t>現在、わたしは世の中を変えるには二つしかないとの思いに至りました。武力か伝承かです。</a:t>
            </a:r>
            <a:endParaRPr lang="en-US" altLang="ja-JP" sz="6400" b="1" dirty="0">
              <a:solidFill>
                <a:srgbClr val="CC0000"/>
              </a:solidFill>
            </a:endParaRPr>
          </a:p>
          <a:p>
            <a:pPr marL="0" marR="0" lvl="0" indent="0" algn="l" rtl="0">
              <a:lnSpc>
                <a:spcPct val="150000"/>
              </a:lnSpc>
              <a:spcBef>
                <a:spcPts val="0"/>
              </a:spcBef>
              <a:spcAft>
                <a:spcPts val="0"/>
              </a:spcAft>
              <a:buClr>
                <a:srgbClr val="FF0000"/>
              </a:buClr>
              <a:buSzPts val="2400"/>
              <a:buFont typeface="Arial"/>
              <a:buNone/>
            </a:pPr>
            <a:r>
              <a:rPr lang="ja-JP" altLang="en-US" sz="6400" b="1" dirty="0">
                <a:solidFill>
                  <a:srgbClr val="CC0000"/>
                </a:solidFill>
              </a:rPr>
              <a:t>政治家、教育者、医者、ジャーナリスト、インフルエンサーに任せていても世の中は良くなりませんでした。</a:t>
            </a:r>
            <a:r>
              <a:rPr lang="en-US" altLang="ja-JP" sz="6400" b="1" dirty="0">
                <a:solidFill>
                  <a:srgbClr val="CC0000"/>
                </a:solidFill>
              </a:rPr>
              <a:t>8</a:t>
            </a:r>
            <a:r>
              <a:rPr lang="ja-JP" altLang="en-US" sz="6400" b="1" dirty="0">
                <a:solidFill>
                  <a:srgbClr val="CC0000"/>
                </a:solidFill>
              </a:rPr>
              <a:t>１年以上日本を弱体化するための政策等を伝承してきていまの日本があります。すべての人がまず足元の自分の食は自分で確保しながら日本の食文化、伝統文化、徳文化を伝承してゆくしかないと思います。人生の質は選択の質です。自分</a:t>
            </a:r>
            <a:r>
              <a:rPr lang="ja-JP" altLang="en-US" sz="6400" b="1" i="0" u="none" strike="noStrike" cap="none" dirty="0">
                <a:solidFill>
                  <a:srgbClr val="CC0000"/>
                </a:solidFill>
                <a:latin typeface="Arial"/>
                <a:ea typeface="Arial"/>
                <a:cs typeface="Arial"/>
                <a:sym typeface="Arial"/>
              </a:rPr>
              <a:t>によりしっくりくる、勇気が湧いてくる、自分を後押ししてくれる選択、　</a:t>
            </a:r>
            <a:r>
              <a:rPr lang="ja" sz="6400" b="1" i="0" u="none" strike="noStrike" cap="none" dirty="0">
                <a:solidFill>
                  <a:srgbClr val="CC0000"/>
                </a:solidFill>
                <a:latin typeface="Arial"/>
                <a:ea typeface="Arial"/>
                <a:cs typeface="Arial"/>
                <a:sym typeface="Arial"/>
              </a:rPr>
              <a:t>一生モノの</a:t>
            </a:r>
            <a:r>
              <a:rPr lang="ja" sz="6400" b="1" dirty="0">
                <a:solidFill>
                  <a:srgbClr val="CC0000"/>
                </a:solidFill>
              </a:rPr>
              <a:t>食のスキル</a:t>
            </a:r>
            <a:r>
              <a:rPr lang="ja-JP" altLang="en-US" sz="6400" b="1" dirty="0">
                <a:solidFill>
                  <a:srgbClr val="CC0000"/>
                </a:solidFill>
              </a:rPr>
              <a:t>（天給自足）</a:t>
            </a:r>
            <a:r>
              <a:rPr lang="ja" sz="6400" b="1" i="0" u="none" strike="noStrike" cap="none" dirty="0">
                <a:solidFill>
                  <a:srgbClr val="CC0000"/>
                </a:solidFill>
                <a:latin typeface="Arial"/>
                <a:ea typeface="Arial"/>
                <a:cs typeface="Arial"/>
                <a:sym typeface="Arial"/>
              </a:rPr>
              <a:t>を習得し</a:t>
            </a:r>
            <a:r>
              <a:rPr lang="ja-JP" altLang="en-US" sz="6400" b="1" dirty="0">
                <a:solidFill>
                  <a:srgbClr val="CC0000"/>
                </a:solidFill>
              </a:rPr>
              <a:t>これかまっちゃんが、どう活かすかをいっしょに考える時間に出来たらと思います。　</a:t>
            </a:r>
            <a:r>
              <a:rPr lang="ja-JP" altLang="en-US" sz="6400" b="1" i="0" u="none" strike="noStrike" cap="none" dirty="0">
                <a:solidFill>
                  <a:srgbClr val="CC0000"/>
                </a:solidFill>
                <a:latin typeface="Arial"/>
                <a:ea typeface="Arial"/>
                <a:cs typeface="Arial"/>
                <a:sym typeface="Arial"/>
              </a:rPr>
              <a:t>天給自足は</a:t>
            </a:r>
            <a:r>
              <a:rPr lang="ja-JP" altLang="en-US" sz="6400" b="1" dirty="0">
                <a:solidFill>
                  <a:srgbClr val="CC0000"/>
                </a:solidFill>
              </a:rPr>
              <a:t>単なるスキルではありません、これからの自分の人生をどう生きてゆきたいか？</a:t>
            </a:r>
            <a:r>
              <a:rPr lang="ja-JP" altLang="en-US" sz="6400" b="1" i="0" u="none" strike="noStrike" cap="none" dirty="0">
                <a:solidFill>
                  <a:srgbClr val="CC0000"/>
                </a:solidFill>
                <a:latin typeface="Arial"/>
                <a:ea typeface="Arial"/>
                <a:cs typeface="Arial"/>
                <a:sym typeface="Arial"/>
              </a:rPr>
              <a:t>人生の</a:t>
            </a:r>
            <a:r>
              <a:rPr lang="ja-JP" altLang="en-US" sz="6400" b="1" dirty="0">
                <a:solidFill>
                  <a:srgbClr val="CC0000"/>
                </a:solidFill>
              </a:rPr>
              <a:t>主役は自分自身</a:t>
            </a:r>
            <a:r>
              <a:rPr lang="ja-JP" altLang="en-US" sz="6400" b="1" i="0" u="none" strike="noStrike" cap="none" dirty="0">
                <a:solidFill>
                  <a:srgbClr val="CC0000"/>
                </a:solidFill>
                <a:latin typeface="Arial"/>
                <a:ea typeface="Arial"/>
                <a:cs typeface="Arial"/>
                <a:sym typeface="Arial"/>
              </a:rPr>
              <a:t>です</a:t>
            </a:r>
            <a:r>
              <a:rPr lang="ja-JP" altLang="en-US" sz="6400" b="1" dirty="0">
                <a:solidFill>
                  <a:srgbClr val="CC0000"/>
                </a:solidFill>
              </a:rPr>
              <a:t>。少しでもお役に立つ</a:t>
            </a:r>
            <a:r>
              <a:rPr lang="ja-JP" altLang="en-US" sz="6400" b="1" i="0" u="none" strike="noStrike" cap="none" dirty="0">
                <a:solidFill>
                  <a:srgbClr val="CC0000"/>
                </a:solidFill>
                <a:latin typeface="Arial"/>
                <a:ea typeface="Arial"/>
                <a:cs typeface="Arial"/>
                <a:sym typeface="Arial"/>
              </a:rPr>
              <a:t>お話出来たら幸いです。</a:t>
            </a:r>
            <a:r>
              <a:rPr lang="ja-JP" altLang="en-US" sz="6400" b="1" dirty="0">
                <a:solidFill>
                  <a:srgbClr val="CC0000"/>
                </a:solidFill>
              </a:rPr>
              <a:t>よろしく</a:t>
            </a:r>
            <a:r>
              <a:rPr lang="ja-JP" altLang="en-US" sz="6400" b="1" i="0" u="none" strike="noStrike" cap="none" dirty="0">
                <a:solidFill>
                  <a:srgbClr val="CC0000"/>
                </a:solidFill>
                <a:latin typeface="Arial"/>
                <a:ea typeface="Arial"/>
                <a:cs typeface="Arial"/>
                <a:sym typeface="Arial"/>
              </a:rPr>
              <a:t>お願い致します。</a:t>
            </a:r>
            <a:endParaRPr sz="6400" b="1" i="0" u="none" strike="noStrike" cap="none" dirty="0">
              <a:solidFill>
                <a:srgbClr val="CC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4">
            <p14:nvContentPartPr>
              <p14:cNvPr id="2" name="インク 1">
                <a:extLst>
                  <a:ext uri="{FF2B5EF4-FFF2-40B4-BE49-F238E27FC236}">
                    <a16:creationId xmlns:a16="http://schemas.microsoft.com/office/drawing/2014/main" id="{DB644658-AA63-FF33-703D-9BA07A98A84D}"/>
                  </a:ext>
                </a:extLst>
              </p14:cNvPr>
              <p14:cNvContentPartPr/>
              <p14:nvPr/>
            </p14:nvContentPartPr>
            <p14:xfrm>
              <a:off x="7010280" y="4010040"/>
              <a:ext cx="14760" cy="5040"/>
            </p14:xfrm>
          </p:contentPart>
        </mc:Choice>
        <mc:Fallback xmlns="">
          <p:pic>
            <p:nvPicPr>
              <p:cNvPr id="2" name="インク 1">
                <a:extLst>
                  <a:ext uri="{FF2B5EF4-FFF2-40B4-BE49-F238E27FC236}">
                    <a16:creationId xmlns:a16="http://schemas.microsoft.com/office/drawing/2014/main" id="{DB644658-AA63-FF33-703D-9BA07A98A84D}"/>
                  </a:ext>
                </a:extLst>
              </p:cNvPr>
              <p:cNvPicPr/>
              <p:nvPr/>
            </p:nvPicPr>
            <p:blipFill>
              <a:blip r:embed="rId5"/>
              <a:stretch>
                <a:fillRect/>
              </a:stretch>
            </p:blipFill>
            <p:spPr>
              <a:xfrm>
                <a:off x="7000920" y="4000680"/>
                <a:ext cx="33480" cy="23760"/>
              </a:xfrm>
              <a:prstGeom prst="rect">
                <a:avLst/>
              </a:prstGeom>
            </p:spPr>
          </p:pic>
        </mc:Fallback>
      </mc:AlternateContent>
    </p:spTree>
    <p:extLst>
      <p:ext uri="{BB962C8B-B14F-4D97-AF65-F5344CB8AC3E}">
        <p14:creationId xmlns:p14="http://schemas.microsoft.com/office/powerpoint/2010/main" val="1875676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p:nvPr/>
        </p:nvSpPr>
        <p:spPr>
          <a:xfrm>
            <a:off x="4460872" y="1772281"/>
            <a:ext cx="3802200" cy="557700"/>
          </a:xfrm>
          <a:prstGeom prst="rect">
            <a:avLst/>
          </a:prstGeom>
          <a:noFill/>
          <a:ln>
            <a:noFill/>
          </a:ln>
        </p:spPr>
        <p:txBody>
          <a:bodyPr spcFirstLastPara="1" wrap="square" lIns="68575" tIns="34275" rIns="68575" bIns="34275" anchor="t" anchorCtr="0">
            <a:normAutofit/>
          </a:bodyPr>
          <a:lstStyle/>
          <a:p>
            <a:pPr marL="0" marR="0" lvl="0" indent="0" algn="l" rtl="0">
              <a:lnSpc>
                <a:spcPct val="90000"/>
              </a:lnSpc>
              <a:spcBef>
                <a:spcPts val="0"/>
              </a:spcBef>
              <a:spcAft>
                <a:spcPts val="0"/>
              </a:spcAft>
              <a:buClr>
                <a:schemeClr val="dk1"/>
              </a:buClr>
              <a:buSzPts val="2100"/>
              <a:buFont typeface="Arial"/>
              <a:buNone/>
            </a:pPr>
            <a:endParaRPr sz="2100" b="0" i="0" u="none" strike="noStrike" cap="none">
              <a:solidFill>
                <a:schemeClr val="dk1"/>
              </a:solidFill>
              <a:latin typeface="Calibri"/>
              <a:ea typeface="Calibri"/>
              <a:cs typeface="Calibri"/>
              <a:sym typeface="Calibri"/>
            </a:endParaRPr>
          </a:p>
          <a:p>
            <a:pPr marL="0" marR="0" lvl="0" indent="0" algn="l" rtl="0">
              <a:lnSpc>
                <a:spcPct val="90000"/>
              </a:lnSpc>
              <a:spcBef>
                <a:spcPts val="800"/>
              </a:spcBef>
              <a:spcAft>
                <a:spcPts val="0"/>
              </a:spcAft>
              <a:buClr>
                <a:schemeClr val="dk1"/>
              </a:buClr>
              <a:buSzPts val="1500"/>
              <a:buFont typeface="Arial"/>
              <a:buNone/>
            </a:pPr>
            <a:endParaRPr sz="1500" b="0" i="0" u="none" strike="noStrike" cap="none">
              <a:solidFill>
                <a:schemeClr val="dk1"/>
              </a:solidFill>
              <a:latin typeface="Calibri"/>
              <a:ea typeface="Calibri"/>
              <a:cs typeface="Calibri"/>
              <a:sym typeface="Calibri"/>
            </a:endParaRPr>
          </a:p>
        </p:txBody>
      </p:sp>
      <p:sp>
        <p:nvSpPr>
          <p:cNvPr id="68" name="Google Shape;68;p15"/>
          <p:cNvSpPr txBox="1"/>
          <p:nvPr/>
        </p:nvSpPr>
        <p:spPr>
          <a:xfrm>
            <a:off x="133643" y="4150910"/>
            <a:ext cx="4425407" cy="111566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dirty="0">
                <a:solidFill>
                  <a:srgbClr val="3F3F3F"/>
                </a:solidFill>
                <a:latin typeface="Calibri"/>
                <a:ea typeface="Calibri"/>
                <a:cs typeface="Calibri"/>
                <a:sym typeface="Calibri"/>
              </a:rPr>
              <a:t>天の恵みを活かして美味しく</a:t>
            </a:r>
            <a:endParaRPr lang="en-US" altLang="ja" sz="1800" dirty="0">
              <a:solidFill>
                <a:srgbClr val="3F3F3F"/>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ja" sz="1800" dirty="0">
                <a:solidFill>
                  <a:srgbClr val="3F3F3F"/>
                </a:solidFill>
                <a:latin typeface="Calibri"/>
                <a:ea typeface="Calibri"/>
                <a:cs typeface="Calibri"/>
                <a:sym typeface="Calibri"/>
              </a:rPr>
              <a:t>健康</a:t>
            </a:r>
            <a:r>
              <a:rPr lang="ja-JP" altLang="en-US" sz="1800" dirty="0">
                <a:solidFill>
                  <a:srgbClr val="3F3F3F"/>
                </a:solidFill>
                <a:latin typeface="Calibri"/>
                <a:ea typeface="Calibri"/>
                <a:cs typeface="Calibri"/>
                <a:sym typeface="Calibri"/>
              </a:rPr>
              <a:t>に！</a:t>
            </a:r>
            <a:endParaRPr sz="1800" b="0" i="0" u="none" strike="noStrike" cap="none" dirty="0">
              <a:solidFill>
                <a:srgbClr val="3F3F3F"/>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ja" sz="1800" dirty="0">
                <a:solidFill>
                  <a:srgbClr val="3F3F3F"/>
                </a:solidFill>
                <a:latin typeface="Calibri"/>
                <a:ea typeface="Calibri"/>
                <a:cs typeface="Calibri"/>
                <a:sym typeface="Calibri"/>
              </a:rPr>
              <a:t>藤巻正夫</a:t>
            </a:r>
            <a:r>
              <a:rPr lang="ja" sz="1800" b="0" i="0" u="none" strike="noStrike" cap="none" dirty="0">
                <a:solidFill>
                  <a:srgbClr val="3F3F3F"/>
                </a:solidFill>
                <a:latin typeface="Calibri"/>
                <a:ea typeface="Calibri"/>
                <a:cs typeface="Calibri"/>
                <a:sym typeface="Calibri"/>
              </a:rPr>
              <a:t>（</a:t>
            </a:r>
            <a:r>
              <a:rPr lang="ja" sz="1800" dirty="0">
                <a:solidFill>
                  <a:srgbClr val="3F3F3F"/>
                </a:solidFill>
                <a:latin typeface="Calibri"/>
                <a:ea typeface="Calibri"/>
                <a:cs typeface="Calibri"/>
                <a:sym typeface="Calibri"/>
              </a:rPr>
              <a:t>masao fujimaki </a:t>
            </a:r>
            <a:r>
              <a:rPr lang="ja" sz="1800" b="0" i="0" u="none" strike="noStrike" cap="none" dirty="0">
                <a:solidFill>
                  <a:srgbClr val="3F3F3F"/>
                </a:solidFill>
                <a:latin typeface="Calibri"/>
                <a:ea typeface="Calibri"/>
                <a:cs typeface="Calibri"/>
                <a:sym typeface="Calibri"/>
              </a:rPr>
              <a:t> ）</a:t>
            </a:r>
            <a:endParaRPr sz="1800" b="0" i="0" u="none" strike="noStrike" cap="none" dirty="0">
              <a:solidFill>
                <a:srgbClr val="3F3F3F"/>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Calibri"/>
              <a:ea typeface="Calibri"/>
              <a:cs typeface="Calibri"/>
              <a:sym typeface="Calibri"/>
            </a:endParaRPr>
          </a:p>
        </p:txBody>
      </p:sp>
      <p:sp>
        <p:nvSpPr>
          <p:cNvPr id="69" name="Google Shape;69;p15"/>
          <p:cNvSpPr/>
          <p:nvPr/>
        </p:nvSpPr>
        <p:spPr>
          <a:xfrm>
            <a:off x="4036740" y="3920727"/>
            <a:ext cx="4769633" cy="1110000"/>
          </a:xfrm>
          <a:prstGeom prst="rect">
            <a:avLst/>
          </a:prstGeom>
          <a:noFill/>
          <a:ln>
            <a:noFill/>
          </a:ln>
        </p:spPr>
        <p:txBody>
          <a:bodyPr spcFirstLastPara="1" wrap="square" lIns="68575" tIns="34275" rIns="68575" bIns="34275" anchor="t" anchorCtr="0">
            <a:noAutofit/>
          </a:bodyPr>
          <a:lstStyle/>
          <a:p>
            <a:pPr marL="0" marR="0" lvl="0" indent="0" algn="l" rtl="0">
              <a:lnSpc>
                <a:spcPct val="120000"/>
              </a:lnSpc>
              <a:spcBef>
                <a:spcPts val="0"/>
              </a:spcBef>
              <a:spcAft>
                <a:spcPts val="0"/>
              </a:spcAft>
              <a:buClr>
                <a:srgbClr val="000000"/>
              </a:buClr>
              <a:buSzPts val="2100"/>
              <a:buFont typeface="Arial"/>
              <a:buNone/>
            </a:pPr>
            <a:r>
              <a:rPr lang="ja" sz="2100" dirty="0">
                <a:solidFill>
                  <a:srgbClr val="3F3F3F"/>
                </a:solidFill>
                <a:latin typeface="Calibri"/>
                <a:ea typeface="Calibri"/>
                <a:cs typeface="Calibri"/>
                <a:sym typeface="Calibri"/>
              </a:rPr>
              <a:t>天給自足と</a:t>
            </a:r>
            <a:r>
              <a:rPr lang="ja-JP" altLang="en-US" sz="2100" dirty="0">
                <a:solidFill>
                  <a:srgbClr val="3F3F3F"/>
                </a:solidFill>
                <a:latin typeface="Calibri"/>
                <a:ea typeface="Calibri"/>
                <a:cs typeface="Calibri"/>
                <a:sym typeface="Calibri"/>
              </a:rPr>
              <a:t>醗酵</a:t>
            </a:r>
            <a:r>
              <a:rPr lang="ja" sz="2100" dirty="0">
                <a:solidFill>
                  <a:srgbClr val="3F3F3F"/>
                </a:solidFill>
                <a:latin typeface="Calibri"/>
                <a:ea typeface="Calibri"/>
                <a:cs typeface="Calibri"/>
                <a:sym typeface="Calibri"/>
              </a:rPr>
              <a:t>で食を楽し</a:t>
            </a:r>
            <a:r>
              <a:rPr lang="ja-JP" altLang="en-US" sz="2100" dirty="0">
                <a:solidFill>
                  <a:srgbClr val="3F3F3F"/>
                </a:solidFill>
                <a:latin typeface="Calibri"/>
                <a:ea typeface="Calibri"/>
                <a:cs typeface="Calibri"/>
                <a:sym typeface="Calibri"/>
              </a:rPr>
              <a:t>み健康に。</a:t>
            </a:r>
            <a:r>
              <a:rPr lang="ja" sz="2100" dirty="0">
                <a:solidFill>
                  <a:srgbClr val="3F3F3F"/>
                </a:solidFill>
                <a:latin typeface="Calibri"/>
                <a:ea typeface="Calibri"/>
                <a:cs typeface="Calibri"/>
                <a:sym typeface="Calibri"/>
              </a:rPr>
              <a:t>ひとり一人の持ち味を活かすための食</a:t>
            </a:r>
            <a:r>
              <a:rPr lang="ja-JP" altLang="en-US" sz="2100" dirty="0">
                <a:solidFill>
                  <a:srgbClr val="3F3F3F"/>
                </a:solidFill>
                <a:latin typeface="Calibri"/>
                <a:ea typeface="Calibri"/>
                <a:cs typeface="Calibri"/>
                <a:sym typeface="Calibri"/>
              </a:rPr>
              <a:t>創りと日本伝統文化の</a:t>
            </a:r>
            <a:r>
              <a:rPr lang="ja" sz="2100" dirty="0">
                <a:solidFill>
                  <a:srgbClr val="3F3F3F"/>
                </a:solidFill>
                <a:latin typeface="Calibri"/>
                <a:ea typeface="Calibri"/>
                <a:cs typeface="Calibri"/>
                <a:sym typeface="Calibri"/>
              </a:rPr>
              <a:t>伝承</a:t>
            </a:r>
            <a:r>
              <a:rPr lang="ja-JP" altLang="en-US" sz="2100" dirty="0">
                <a:solidFill>
                  <a:srgbClr val="3F3F3F"/>
                </a:solidFill>
                <a:latin typeface="Calibri"/>
                <a:ea typeface="Calibri"/>
                <a:cs typeface="Calibri"/>
                <a:sym typeface="Calibri"/>
              </a:rPr>
              <a:t>復活</a:t>
            </a:r>
            <a:endParaRPr sz="2100" b="0" i="0" u="none" strike="noStrike" cap="none" dirty="0">
              <a:solidFill>
                <a:srgbClr val="3F3F3F"/>
              </a:solidFill>
              <a:latin typeface="Calibri"/>
              <a:ea typeface="Calibri"/>
              <a:cs typeface="Calibri"/>
              <a:sym typeface="Calibri"/>
            </a:endParaRPr>
          </a:p>
        </p:txBody>
      </p:sp>
      <p:sp>
        <p:nvSpPr>
          <p:cNvPr id="70" name="Google Shape;70;p15"/>
          <p:cNvSpPr txBox="1"/>
          <p:nvPr/>
        </p:nvSpPr>
        <p:spPr>
          <a:xfrm>
            <a:off x="3938955" y="3109314"/>
            <a:ext cx="5092503" cy="844816"/>
          </a:xfrm>
          <a:prstGeom prst="rect">
            <a:avLst/>
          </a:prstGeom>
          <a:noFill/>
          <a:ln>
            <a:noFill/>
          </a:ln>
        </p:spPr>
        <p:txBody>
          <a:bodyPr spcFirstLastPara="1" wrap="square" lIns="68575" tIns="34275" rIns="68575" bIns="34275" anchor="t" anchorCtr="0">
            <a:spAutoFit/>
          </a:bodyPr>
          <a:lstStyle/>
          <a:p>
            <a:pPr marL="0" marR="0" lvl="0" indent="0" algn="l" rtl="0">
              <a:lnSpc>
                <a:spcPct val="120000"/>
              </a:lnSpc>
              <a:spcBef>
                <a:spcPts val="0"/>
              </a:spcBef>
              <a:spcAft>
                <a:spcPts val="0"/>
              </a:spcAft>
              <a:buClr>
                <a:srgbClr val="000000"/>
              </a:buClr>
              <a:buSzPts val="2100"/>
              <a:buFont typeface="Arial"/>
              <a:buNone/>
            </a:pPr>
            <a:r>
              <a:rPr lang="ja" sz="2100" b="1" i="0" u="none" strike="noStrike" cap="none" dirty="0">
                <a:solidFill>
                  <a:srgbClr val="990000"/>
                </a:solidFill>
                <a:latin typeface="Calibri"/>
                <a:ea typeface="Calibri"/>
                <a:cs typeface="Calibri"/>
                <a:sym typeface="Calibri"/>
              </a:rPr>
              <a:t>＜</a:t>
            </a:r>
            <a:r>
              <a:rPr lang="ja-JP" altLang="en-US" sz="2100" b="1" i="0" u="none" strike="noStrike" cap="none" dirty="0">
                <a:solidFill>
                  <a:srgbClr val="990000"/>
                </a:solidFill>
                <a:latin typeface="Calibri"/>
                <a:ea typeface="Calibri"/>
                <a:cs typeface="Calibri"/>
                <a:sym typeface="Calibri"/>
              </a:rPr>
              <a:t>志・</a:t>
            </a:r>
            <a:r>
              <a:rPr lang="ja" sz="2100" b="1" i="0" u="none" strike="noStrike" cap="none" dirty="0">
                <a:solidFill>
                  <a:srgbClr val="990000"/>
                </a:solidFill>
                <a:latin typeface="Calibri"/>
                <a:ea typeface="Calibri"/>
                <a:cs typeface="Calibri"/>
                <a:sym typeface="Calibri"/>
              </a:rPr>
              <a:t>ミッション＞</a:t>
            </a:r>
            <a:endParaRPr lang="en-US" altLang="ja" sz="2100" b="1" i="0" u="none" strike="noStrike" cap="none" dirty="0">
              <a:solidFill>
                <a:srgbClr val="990000"/>
              </a:solidFill>
              <a:latin typeface="Calibri"/>
              <a:ea typeface="Calibri"/>
              <a:cs typeface="Calibri"/>
              <a:sym typeface="Calibri"/>
            </a:endParaRPr>
          </a:p>
          <a:p>
            <a:pPr marL="0" marR="0" lvl="0" indent="0" algn="l" rtl="0">
              <a:lnSpc>
                <a:spcPct val="120000"/>
              </a:lnSpc>
              <a:spcBef>
                <a:spcPts val="0"/>
              </a:spcBef>
              <a:spcAft>
                <a:spcPts val="0"/>
              </a:spcAft>
              <a:buClr>
                <a:srgbClr val="000000"/>
              </a:buClr>
              <a:buSzPts val="2100"/>
              <a:buFont typeface="Arial"/>
              <a:buNone/>
            </a:pPr>
            <a:r>
              <a:rPr lang="ja-JP" altLang="en-US" sz="2100" b="1" i="0" u="none" strike="noStrike" cap="none" dirty="0">
                <a:solidFill>
                  <a:srgbClr val="990000"/>
                </a:solidFill>
                <a:latin typeface="Calibri"/>
                <a:ea typeface="Calibri"/>
                <a:cs typeface="Calibri"/>
                <a:sym typeface="Calibri"/>
              </a:rPr>
              <a:t>天給自足</a:t>
            </a:r>
            <a:r>
              <a:rPr lang="ja-JP" altLang="en-US" sz="2100" b="1" dirty="0">
                <a:solidFill>
                  <a:srgbClr val="990000"/>
                </a:solidFill>
                <a:latin typeface="Calibri"/>
                <a:ea typeface="Calibri"/>
                <a:cs typeface="Calibri"/>
                <a:sym typeface="Calibri"/>
              </a:rPr>
              <a:t>伝承者、講師を養成する</a:t>
            </a:r>
            <a:endParaRPr sz="2100" b="1" i="0" u="none" strike="noStrike" cap="none" dirty="0">
              <a:solidFill>
                <a:srgbClr val="990000"/>
              </a:solidFill>
              <a:latin typeface="Calibri"/>
              <a:ea typeface="Calibri"/>
              <a:cs typeface="Calibri"/>
              <a:sym typeface="Calibri"/>
            </a:endParaRPr>
          </a:p>
        </p:txBody>
      </p:sp>
      <p:sp>
        <p:nvSpPr>
          <p:cNvPr id="71" name="Google Shape;71;p15"/>
          <p:cNvSpPr txBox="1"/>
          <p:nvPr/>
        </p:nvSpPr>
        <p:spPr>
          <a:xfrm>
            <a:off x="4575172" y="1886582"/>
            <a:ext cx="3802200" cy="557700"/>
          </a:xfrm>
          <a:prstGeom prst="rect">
            <a:avLst/>
          </a:prstGeom>
          <a:noFill/>
          <a:ln>
            <a:noFill/>
          </a:ln>
        </p:spPr>
        <p:txBody>
          <a:bodyPr spcFirstLastPara="1" wrap="square" lIns="68575" tIns="34275" rIns="68575" bIns="34275" anchor="t" anchorCtr="0">
            <a:normAutofit/>
          </a:bodyPr>
          <a:lstStyle/>
          <a:p>
            <a:pPr marL="0" marR="0" lvl="0" indent="0" algn="l" rtl="0">
              <a:lnSpc>
                <a:spcPct val="90000"/>
              </a:lnSpc>
              <a:spcBef>
                <a:spcPts val="0"/>
              </a:spcBef>
              <a:spcAft>
                <a:spcPts val="0"/>
              </a:spcAft>
              <a:buClr>
                <a:schemeClr val="dk1"/>
              </a:buClr>
              <a:buSzPts val="2100"/>
              <a:buFont typeface="Arial"/>
              <a:buNone/>
            </a:pPr>
            <a:endParaRPr sz="2100" b="0" i="0" u="none" strike="noStrike" cap="none">
              <a:solidFill>
                <a:schemeClr val="dk1"/>
              </a:solidFill>
              <a:latin typeface="Calibri"/>
              <a:ea typeface="Calibri"/>
              <a:cs typeface="Calibri"/>
              <a:sym typeface="Calibri"/>
            </a:endParaRPr>
          </a:p>
          <a:p>
            <a:pPr marL="0" marR="0" lvl="0" indent="0" algn="l" rtl="0">
              <a:lnSpc>
                <a:spcPct val="90000"/>
              </a:lnSpc>
              <a:spcBef>
                <a:spcPts val="800"/>
              </a:spcBef>
              <a:spcAft>
                <a:spcPts val="0"/>
              </a:spcAft>
              <a:buClr>
                <a:schemeClr val="dk1"/>
              </a:buClr>
              <a:buSzPts val="1500"/>
              <a:buFont typeface="Arial"/>
              <a:buNone/>
            </a:pPr>
            <a:endParaRPr sz="1500" b="0" i="0" u="none" strike="noStrike" cap="none">
              <a:solidFill>
                <a:schemeClr val="dk1"/>
              </a:solidFill>
              <a:latin typeface="Calibri"/>
              <a:ea typeface="Calibri"/>
              <a:cs typeface="Calibri"/>
              <a:sym typeface="Calibri"/>
            </a:endParaRPr>
          </a:p>
        </p:txBody>
      </p:sp>
      <p:sp>
        <p:nvSpPr>
          <p:cNvPr id="72" name="Google Shape;72;p15"/>
          <p:cNvSpPr txBox="1"/>
          <p:nvPr/>
        </p:nvSpPr>
        <p:spPr>
          <a:xfrm>
            <a:off x="3938955" y="186477"/>
            <a:ext cx="4972928" cy="3171607"/>
          </a:xfrm>
          <a:prstGeom prst="rect">
            <a:avLst/>
          </a:prstGeom>
          <a:noFill/>
          <a:ln>
            <a:noFill/>
          </a:ln>
        </p:spPr>
        <p:txBody>
          <a:bodyPr spcFirstLastPara="1" wrap="square" lIns="68575" tIns="34275" rIns="68575" bIns="34275" anchor="t" anchorCtr="0">
            <a:spAutoFit/>
          </a:bodyPr>
          <a:lstStyle/>
          <a:p>
            <a:pPr marL="0" marR="0" lvl="0" indent="0" algn="l" rtl="0">
              <a:lnSpc>
                <a:spcPct val="120000"/>
              </a:lnSpc>
              <a:spcBef>
                <a:spcPts val="0"/>
              </a:spcBef>
              <a:spcAft>
                <a:spcPts val="0"/>
              </a:spcAft>
              <a:buClr>
                <a:srgbClr val="000000"/>
              </a:buClr>
              <a:buSzPts val="2100"/>
              <a:buFont typeface="Arial"/>
              <a:buNone/>
            </a:pPr>
            <a:r>
              <a:rPr lang="ja-JP" altLang="en-US" sz="2100" b="1" dirty="0">
                <a:solidFill>
                  <a:srgbClr val="38761D"/>
                </a:solidFill>
                <a:latin typeface="Calibri"/>
                <a:ea typeface="Calibri"/>
                <a:cs typeface="Calibri"/>
                <a:sym typeface="Calibri"/>
              </a:rPr>
              <a:t>名</a:t>
            </a:r>
            <a:r>
              <a:rPr lang="ja-JP" altLang="en-US" sz="2100" b="1" i="0" u="none" strike="noStrike" cap="none" dirty="0">
                <a:solidFill>
                  <a:srgbClr val="38761D"/>
                </a:solidFill>
                <a:latin typeface="Calibri"/>
                <a:ea typeface="Calibri"/>
                <a:cs typeface="Calibri"/>
                <a:sym typeface="Calibri"/>
              </a:rPr>
              <a:t>前：</a:t>
            </a:r>
            <a:r>
              <a:rPr lang="ja-JP" altLang="en-US" sz="2100" b="1" dirty="0">
                <a:solidFill>
                  <a:srgbClr val="38761D"/>
                </a:solidFill>
                <a:latin typeface="Calibri"/>
                <a:ea typeface="Calibri"/>
                <a:cs typeface="Calibri"/>
                <a:sym typeface="Calibri"/>
              </a:rPr>
              <a:t>藤巻正夫</a:t>
            </a:r>
            <a:endParaRPr lang="ja-JP" altLang="en-US" sz="2100" b="1" i="0" u="none" strike="noStrike" cap="none" dirty="0">
              <a:solidFill>
                <a:srgbClr val="38761D"/>
              </a:solidFill>
              <a:latin typeface="Calibri"/>
              <a:ea typeface="Calibri"/>
              <a:cs typeface="Calibri"/>
              <a:sym typeface="Calibri"/>
            </a:endParaRPr>
          </a:p>
          <a:p>
            <a:pPr marL="0" marR="0" lvl="0" indent="0" algn="l" rtl="0">
              <a:lnSpc>
                <a:spcPct val="120000"/>
              </a:lnSpc>
              <a:spcBef>
                <a:spcPts val="0"/>
              </a:spcBef>
              <a:spcAft>
                <a:spcPts val="0"/>
              </a:spcAft>
              <a:buClr>
                <a:srgbClr val="000000"/>
              </a:buClr>
              <a:buSzPts val="2100"/>
              <a:buFont typeface="Arial"/>
              <a:buNone/>
            </a:pPr>
            <a:r>
              <a:rPr lang="ja-JP" altLang="en-US" sz="2100" b="1" i="0" u="none" strike="noStrike" cap="none" dirty="0">
                <a:solidFill>
                  <a:srgbClr val="38761D"/>
                </a:solidFill>
                <a:latin typeface="Calibri"/>
                <a:ea typeface="Calibri"/>
                <a:cs typeface="Calibri"/>
                <a:sym typeface="Calibri"/>
              </a:rPr>
              <a:t>生年月日：</a:t>
            </a:r>
            <a:r>
              <a:rPr lang="en-US" altLang="ja-JP" sz="2100" b="1" i="0" u="none" strike="noStrike" cap="none" dirty="0">
                <a:solidFill>
                  <a:srgbClr val="38761D"/>
                </a:solidFill>
                <a:latin typeface="Calibri"/>
                <a:ea typeface="Calibri"/>
                <a:cs typeface="Calibri"/>
                <a:sym typeface="Calibri"/>
              </a:rPr>
              <a:t>1</a:t>
            </a:r>
            <a:r>
              <a:rPr lang="en-US" altLang="ja-JP" sz="2100" b="1" dirty="0">
                <a:solidFill>
                  <a:srgbClr val="38761D"/>
                </a:solidFill>
                <a:latin typeface="Calibri"/>
                <a:ea typeface="Calibri"/>
                <a:cs typeface="Calibri"/>
                <a:sym typeface="Calibri"/>
              </a:rPr>
              <a:t>958</a:t>
            </a:r>
            <a:r>
              <a:rPr lang="ja-JP" altLang="en-US" sz="2100" b="1" i="0" u="none" strike="noStrike" cap="none" dirty="0">
                <a:solidFill>
                  <a:srgbClr val="38761D"/>
                </a:solidFill>
                <a:latin typeface="Calibri"/>
                <a:ea typeface="Calibri"/>
                <a:cs typeface="Calibri"/>
                <a:sym typeface="Calibri"/>
              </a:rPr>
              <a:t>年</a:t>
            </a:r>
            <a:r>
              <a:rPr lang="en-US" altLang="ja-JP" sz="2100" b="1" i="0" u="none" strike="noStrike" cap="none" dirty="0">
                <a:solidFill>
                  <a:srgbClr val="38761D"/>
                </a:solidFill>
                <a:latin typeface="Calibri"/>
                <a:ea typeface="Calibri"/>
                <a:cs typeface="Calibri"/>
                <a:sym typeface="Calibri"/>
              </a:rPr>
              <a:t>1</a:t>
            </a:r>
            <a:r>
              <a:rPr lang="ja-JP" altLang="en-US" sz="2100" b="1" i="0" u="none" strike="noStrike" cap="none" dirty="0">
                <a:solidFill>
                  <a:srgbClr val="38761D"/>
                </a:solidFill>
                <a:latin typeface="Calibri"/>
                <a:ea typeface="Calibri"/>
                <a:cs typeface="Calibri"/>
                <a:sym typeface="Calibri"/>
              </a:rPr>
              <a:t>月</a:t>
            </a:r>
            <a:r>
              <a:rPr lang="en-US" altLang="ja-JP" sz="2100" b="1" dirty="0">
                <a:solidFill>
                  <a:srgbClr val="38761D"/>
                </a:solidFill>
                <a:latin typeface="Calibri"/>
                <a:ea typeface="Calibri"/>
                <a:cs typeface="Calibri"/>
                <a:sym typeface="Calibri"/>
              </a:rPr>
              <a:t>8</a:t>
            </a:r>
            <a:r>
              <a:rPr lang="ja-JP" altLang="en-US" sz="2100" b="1" i="0" u="none" strike="noStrike" cap="none" dirty="0">
                <a:solidFill>
                  <a:srgbClr val="38761D"/>
                </a:solidFill>
                <a:latin typeface="Calibri"/>
                <a:ea typeface="Calibri"/>
                <a:cs typeface="Calibri"/>
                <a:sym typeface="Calibri"/>
              </a:rPr>
              <a:t>日</a:t>
            </a:r>
          </a:p>
          <a:p>
            <a:pPr marL="0" marR="0" lvl="0" indent="0" algn="l" rtl="0">
              <a:lnSpc>
                <a:spcPct val="120000"/>
              </a:lnSpc>
              <a:spcBef>
                <a:spcPts val="0"/>
              </a:spcBef>
              <a:spcAft>
                <a:spcPts val="0"/>
              </a:spcAft>
              <a:buClr>
                <a:srgbClr val="000000"/>
              </a:buClr>
              <a:buSzPts val="2100"/>
              <a:buFont typeface="Arial"/>
              <a:buNone/>
            </a:pPr>
            <a:r>
              <a:rPr lang="ja-JP" altLang="en-US" sz="2100" b="1" i="0" u="none" strike="noStrike" cap="none" dirty="0">
                <a:solidFill>
                  <a:srgbClr val="38761D"/>
                </a:solidFill>
                <a:latin typeface="Calibri"/>
                <a:ea typeface="Calibri"/>
                <a:cs typeface="Calibri"/>
                <a:sym typeface="Calibri"/>
              </a:rPr>
              <a:t>出身：</a:t>
            </a:r>
            <a:r>
              <a:rPr lang="ja-JP" altLang="en-US" sz="2100" b="1" dirty="0">
                <a:solidFill>
                  <a:srgbClr val="38761D"/>
                </a:solidFill>
                <a:latin typeface="Calibri"/>
                <a:ea typeface="Calibri"/>
                <a:cs typeface="Calibri"/>
                <a:sym typeface="Calibri"/>
              </a:rPr>
              <a:t>新潟県柏崎市</a:t>
            </a:r>
          </a:p>
          <a:p>
            <a:pPr marL="0" marR="0" lvl="0" indent="0" algn="l" rtl="0">
              <a:lnSpc>
                <a:spcPct val="120000"/>
              </a:lnSpc>
              <a:spcBef>
                <a:spcPts val="0"/>
              </a:spcBef>
              <a:spcAft>
                <a:spcPts val="0"/>
              </a:spcAft>
              <a:buClr>
                <a:srgbClr val="000000"/>
              </a:buClr>
              <a:buSzPts val="2100"/>
              <a:buFont typeface="Arial"/>
              <a:buNone/>
            </a:pPr>
            <a:r>
              <a:rPr lang="ja-JP" altLang="en-US" sz="2100" b="1" i="0" u="none" strike="noStrike" cap="none" dirty="0">
                <a:solidFill>
                  <a:srgbClr val="38761D"/>
                </a:solidFill>
                <a:latin typeface="Calibri"/>
                <a:ea typeface="Calibri"/>
                <a:cs typeface="Calibri"/>
                <a:sym typeface="Calibri"/>
              </a:rPr>
              <a:t>家族：妻、</a:t>
            </a:r>
            <a:r>
              <a:rPr lang="ja-JP" altLang="en-US" sz="2100" b="1" dirty="0">
                <a:solidFill>
                  <a:srgbClr val="38761D"/>
                </a:solidFill>
                <a:latin typeface="Calibri"/>
                <a:ea typeface="Calibri"/>
                <a:cs typeface="Calibri"/>
                <a:sym typeface="Calibri"/>
              </a:rPr>
              <a:t>長男、長女</a:t>
            </a:r>
            <a:endParaRPr lang="ja-JP" altLang="en-US" sz="2100" b="1" i="0" u="none" strike="noStrike" cap="none" dirty="0">
              <a:solidFill>
                <a:srgbClr val="38761D"/>
              </a:solidFill>
              <a:latin typeface="Calibri"/>
              <a:ea typeface="Calibri"/>
              <a:cs typeface="Calibri"/>
              <a:sym typeface="Calibri"/>
            </a:endParaRPr>
          </a:p>
          <a:p>
            <a:pPr marL="0" marR="0" lvl="0" indent="0" algn="l" rtl="0">
              <a:lnSpc>
                <a:spcPct val="120000"/>
              </a:lnSpc>
              <a:spcBef>
                <a:spcPts val="0"/>
              </a:spcBef>
              <a:spcAft>
                <a:spcPts val="0"/>
              </a:spcAft>
              <a:buClr>
                <a:srgbClr val="000000"/>
              </a:buClr>
              <a:buSzPts val="2100"/>
              <a:buFont typeface="Arial"/>
              <a:buNone/>
            </a:pPr>
            <a:r>
              <a:rPr lang="ja-JP" altLang="en-US" sz="2100" b="1" i="0" u="none" strike="noStrike" cap="none" dirty="0">
                <a:solidFill>
                  <a:srgbClr val="38761D"/>
                </a:solidFill>
                <a:latin typeface="Calibri"/>
                <a:ea typeface="Calibri"/>
                <a:cs typeface="Calibri"/>
                <a:sym typeface="Calibri"/>
              </a:rPr>
              <a:t>住んでるところ：</a:t>
            </a:r>
            <a:r>
              <a:rPr lang="ja-JP" altLang="en-US" sz="2100" b="1" dirty="0">
                <a:solidFill>
                  <a:srgbClr val="38761D"/>
                </a:solidFill>
                <a:latin typeface="Calibri"/>
                <a:ea typeface="Calibri"/>
                <a:cs typeface="Calibri"/>
                <a:sym typeface="Calibri"/>
              </a:rPr>
              <a:t>長野県諏訪郡</a:t>
            </a:r>
            <a:endParaRPr lang="ja-JP" altLang="en-US" sz="2100" b="1" i="0" u="none" strike="noStrike" cap="none" dirty="0">
              <a:solidFill>
                <a:srgbClr val="38761D"/>
              </a:solidFill>
              <a:latin typeface="Calibri"/>
              <a:ea typeface="Calibri"/>
              <a:cs typeface="Calibri"/>
              <a:sym typeface="Calibri"/>
            </a:endParaRPr>
          </a:p>
          <a:p>
            <a:pPr marL="0" marR="0" lvl="0" indent="0" algn="l" rtl="0">
              <a:lnSpc>
                <a:spcPct val="120000"/>
              </a:lnSpc>
              <a:spcBef>
                <a:spcPts val="0"/>
              </a:spcBef>
              <a:spcAft>
                <a:spcPts val="0"/>
              </a:spcAft>
              <a:buClr>
                <a:srgbClr val="000000"/>
              </a:buClr>
              <a:buSzPts val="2100"/>
              <a:buFont typeface="Arial"/>
              <a:buNone/>
            </a:pPr>
            <a:r>
              <a:rPr lang="ja-JP" altLang="en-US" sz="2100" b="1" i="0" u="none" strike="noStrike" cap="none" dirty="0">
                <a:solidFill>
                  <a:srgbClr val="38761D"/>
                </a:solidFill>
                <a:latin typeface="Calibri"/>
                <a:ea typeface="Calibri"/>
                <a:cs typeface="Calibri"/>
                <a:sym typeface="Calibri"/>
              </a:rPr>
              <a:t>趣味：</a:t>
            </a:r>
            <a:r>
              <a:rPr lang="ja-JP" altLang="en-US" sz="2100" b="1" dirty="0">
                <a:solidFill>
                  <a:srgbClr val="38761D"/>
                </a:solidFill>
                <a:latin typeface="Calibri"/>
                <a:ea typeface="Calibri"/>
                <a:cs typeface="Calibri"/>
                <a:sym typeface="Calibri"/>
              </a:rPr>
              <a:t>西アフリカの太鼓</a:t>
            </a:r>
            <a:r>
              <a:rPr lang="ja-JP" altLang="en-US" sz="2100" b="1" i="0" u="none" strike="noStrike" cap="none" dirty="0">
                <a:solidFill>
                  <a:srgbClr val="38761D"/>
                </a:solidFill>
                <a:latin typeface="Calibri"/>
                <a:ea typeface="Calibri"/>
                <a:cs typeface="Calibri"/>
                <a:sym typeface="Calibri"/>
              </a:rPr>
              <a:t>、</a:t>
            </a:r>
            <a:r>
              <a:rPr lang="ja-JP" altLang="en-US" sz="2100" b="1" dirty="0">
                <a:solidFill>
                  <a:srgbClr val="38761D"/>
                </a:solidFill>
                <a:latin typeface="Calibri"/>
                <a:ea typeface="Calibri"/>
                <a:cs typeface="Calibri"/>
                <a:sym typeface="Calibri"/>
              </a:rPr>
              <a:t>きのこ狩り、山菜摘み、美味しいものを作り楽しむ。</a:t>
            </a:r>
            <a:endParaRPr lang="ja-JP" altLang="en-US" sz="2100" b="1" i="0" u="none" strike="noStrike" cap="none" dirty="0">
              <a:solidFill>
                <a:srgbClr val="38761D"/>
              </a:solidFill>
              <a:latin typeface="Calibri"/>
              <a:ea typeface="Calibri"/>
              <a:cs typeface="Calibri"/>
              <a:sym typeface="Calibri"/>
            </a:endParaRPr>
          </a:p>
          <a:p>
            <a:pPr marL="0" marR="0" lvl="0" indent="0" algn="l" rtl="0">
              <a:lnSpc>
                <a:spcPct val="120000"/>
              </a:lnSpc>
              <a:spcBef>
                <a:spcPts val="0"/>
              </a:spcBef>
              <a:spcAft>
                <a:spcPts val="0"/>
              </a:spcAft>
              <a:buClr>
                <a:srgbClr val="000000"/>
              </a:buClr>
              <a:buSzPts val="2100"/>
              <a:buFont typeface="Arial"/>
              <a:buNone/>
            </a:pPr>
            <a:r>
              <a:rPr lang="ja-JP" altLang="en-US" sz="2100" b="1" i="0" u="none" strike="noStrike" cap="none" dirty="0">
                <a:solidFill>
                  <a:srgbClr val="FF0000"/>
                </a:solidFill>
                <a:latin typeface="Calibri"/>
                <a:ea typeface="Calibri"/>
                <a:cs typeface="Calibri"/>
                <a:sym typeface="Calibri"/>
              </a:rPr>
              <a:t>　　　</a:t>
            </a:r>
            <a:endParaRPr sz="2100" b="1" i="0" u="none" strike="noStrike" cap="none" dirty="0">
              <a:solidFill>
                <a:srgbClr val="FF0000"/>
              </a:solidFill>
              <a:latin typeface="Calibri"/>
              <a:ea typeface="Calibri"/>
              <a:cs typeface="Calibri"/>
              <a:sym typeface="Calibri"/>
            </a:endParaRPr>
          </a:p>
        </p:txBody>
      </p:sp>
      <p:pic>
        <p:nvPicPr>
          <p:cNvPr id="73" name="Google Shape;73;p15" title="6CF18AE7-92F3-46F6-94B7-D03FBAFC6D00.jpg"/>
          <p:cNvPicPr preferRelativeResize="0"/>
          <p:nvPr/>
        </p:nvPicPr>
        <p:blipFill>
          <a:blip r:embed="rId3">
            <a:alphaModFix/>
          </a:blip>
          <a:stretch>
            <a:fillRect/>
          </a:stretch>
        </p:blipFill>
        <p:spPr>
          <a:xfrm>
            <a:off x="984275" y="388188"/>
            <a:ext cx="2593050" cy="35544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6"/>
          <p:cNvSpPr txBox="1">
            <a:spLocks noGrp="1"/>
          </p:cNvSpPr>
          <p:nvPr>
            <p:ph type="ctrTitle"/>
          </p:nvPr>
        </p:nvSpPr>
        <p:spPr>
          <a:xfrm>
            <a:off x="558802" y="1320750"/>
            <a:ext cx="4396500" cy="3727500"/>
          </a:xfrm>
          <a:prstGeom prst="rect">
            <a:avLst/>
          </a:prstGeom>
          <a:noFill/>
          <a:ln>
            <a:noFill/>
          </a:ln>
        </p:spPr>
        <p:txBody>
          <a:bodyPr spcFirstLastPara="1" wrap="square" lIns="68575" tIns="34275" rIns="68575" bIns="34275" anchor="t" anchorCtr="0">
            <a:noAutofit/>
          </a:bodyPr>
          <a:lstStyle/>
          <a:p>
            <a:pPr marL="0" lvl="0" indent="0" algn="l" rtl="0">
              <a:lnSpc>
                <a:spcPct val="125000"/>
              </a:lnSpc>
              <a:spcBef>
                <a:spcPts val="0"/>
              </a:spcBef>
              <a:spcAft>
                <a:spcPts val="0"/>
              </a:spcAft>
              <a:buClr>
                <a:srgbClr val="3F3F3F"/>
              </a:buClr>
              <a:buSzPts val="2400"/>
              <a:buFont typeface="Calibri"/>
              <a:buNone/>
            </a:pPr>
            <a:r>
              <a:rPr lang="ja" sz="2400" dirty="0">
                <a:solidFill>
                  <a:srgbClr val="3F3F3F"/>
                </a:solidFill>
                <a:latin typeface="Calibri"/>
                <a:ea typeface="Calibri"/>
                <a:cs typeface="Calibri"/>
                <a:sym typeface="Calibri"/>
              </a:rPr>
              <a:t>世界の洋菓子を創る店</a:t>
            </a:r>
            <a:br>
              <a:rPr lang="en-US" altLang="ja" sz="2400" dirty="0">
                <a:solidFill>
                  <a:srgbClr val="3F3F3F"/>
                </a:solidFill>
                <a:latin typeface="Calibri"/>
                <a:ea typeface="Calibri"/>
                <a:cs typeface="Calibri"/>
                <a:sym typeface="Calibri"/>
              </a:rPr>
            </a:br>
            <a:r>
              <a:rPr lang="ja-JP" altLang="en-US" sz="2400" dirty="0">
                <a:solidFill>
                  <a:srgbClr val="3F3F3F"/>
                </a:solidFill>
                <a:latin typeface="Calibri"/>
                <a:ea typeface="Calibri"/>
                <a:cs typeface="Calibri"/>
                <a:sym typeface="Calibri"/>
              </a:rPr>
              <a:t>ヒサモト、菓歩区で修行</a:t>
            </a:r>
            <a:br>
              <a:rPr lang="ja" sz="2400" dirty="0">
                <a:solidFill>
                  <a:srgbClr val="3F3F3F"/>
                </a:solidFill>
                <a:latin typeface="Calibri"/>
                <a:ea typeface="Calibri"/>
                <a:cs typeface="Calibri"/>
                <a:sym typeface="Calibri"/>
              </a:rPr>
            </a:br>
            <a:r>
              <a:rPr lang="ja" sz="2400" dirty="0">
                <a:solidFill>
                  <a:srgbClr val="3F3F3F"/>
                </a:solidFill>
                <a:latin typeface="Calibri"/>
                <a:ea typeface="Calibri"/>
                <a:cs typeface="Calibri"/>
                <a:sym typeface="Calibri"/>
              </a:rPr>
              <a:t>↓</a:t>
            </a:r>
            <a:br>
              <a:rPr lang="ja" sz="2400" dirty="0">
                <a:solidFill>
                  <a:srgbClr val="3F3F3F"/>
                </a:solidFill>
                <a:latin typeface="Calibri"/>
                <a:ea typeface="Calibri"/>
                <a:cs typeface="Calibri"/>
                <a:sym typeface="Calibri"/>
              </a:rPr>
            </a:br>
            <a:r>
              <a:rPr lang="ja" sz="2400" dirty="0">
                <a:solidFill>
                  <a:srgbClr val="3F3F3F"/>
                </a:solidFill>
                <a:latin typeface="Calibri"/>
                <a:ea typeface="Calibri"/>
                <a:cs typeface="Calibri"/>
                <a:sym typeface="Calibri"/>
              </a:rPr>
              <a:t>職人人生</a:t>
            </a:r>
            <a:br>
              <a:rPr lang="ja" sz="2400" dirty="0"/>
            </a:br>
            <a:r>
              <a:rPr lang="ja" sz="2400" dirty="0"/>
              <a:t>24歳でオーボンヴュータン</a:t>
            </a:r>
            <a:br>
              <a:rPr lang="en-US" altLang="ja" sz="2400" dirty="0"/>
            </a:br>
            <a:r>
              <a:rPr lang="ja" sz="2400" dirty="0"/>
              <a:t>スーシェフ　</a:t>
            </a:r>
            <a:r>
              <a:rPr lang="en-US" altLang="ja-JP" sz="2400" dirty="0"/>
              <a:t>26</a:t>
            </a:r>
            <a:r>
              <a:rPr lang="ja-JP" altLang="en-US" sz="2400" dirty="0"/>
              <a:t>歳人間関係の壁の解決と</a:t>
            </a:r>
            <a:r>
              <a:rPr lang="ja" sz="2400" dirty="0"/>
              <a:t>さらなる高みをめざ</a:t>
            </a:r>
            <a:r>
              <a:rPr lang="ja-JP" altLang="en-US" sz="2400" dirty="0"/>
              <a:t>し</a:t>
            </a:r>
            <a:r>
              <a:rPr lang="ja" sz="2400" dirty="0"/>
              <a:t>→渡欧</a:t>
            </a:r>
            <a:r>
              <a:rPr lang="ja-JP" altLang="en-US" sz="2400" dirty="0"/>
              <a:t>　</a:t>
            </a:r>
            <a:r>
              <a:rPr lang="en-US" altLang="ja-JP" sz="2400" dirty="0"/>
              <a:t>31</a:t>
            </a:r>
            <a:r>
              <a:rPr lang="ja-JP" altLang="en-US" sz="2400" dirty="0"/>
              <a:t>歳帰国</a:t>
            </a:r>
            <a:br>
              <a:rPr lang="ja" sz="2400" dirty="0"/>
            </a:br>
            <a:br>
              <a:rPr lang="ja" sz="2400" dirty="0"/>
            </a:br>
            <a:br>
              <a:rPr lang="ja" sz="2400" dirty="0"/>
            </a:br>
            <a:endParaRPr sz="2400" dirty="0"/>
          </a:p>
        </p:txBody>
      </p:sp>
      <p:pic>
        <p:nvPicPr>
          <p:cNvPr id="79" name="Google Shape;79;p16"/>
          <p:cNvPicPr preferRelativeResize="0"/>
          <p:nvPr/>
        </p:nvPicPr>
        <p:blipFill rotWithShape="1">
          <a:blip r:embed="rId3">
            <a:alphaModFix/>
          </a:blip>
          <a:srcRect/>
          <a:stretch/>
        </p:blipFill>
        <p:spPr>
          <a:xfrm>
            <a:off x="5204954" y="1177304"/>
            <a:ext cx="3380244" cy="2253496"/>
          </a:xfrm>
          <a:prstGeom prst="rect">
            <a:avLst/>
          </a:prstGeom>
          <a:noFill/>
          <a:ln>
            <a:noFill/>
          </a:ln>
        </p:spPr>
      </p:pic>
      <p:sp>
        <p:nvSpPr>
          <p:cNvPr id="80" name="Google Shape;80;p16"/>
          <p:cNvSpPr txBox="1"/>
          <p:nvPr/>
        </p:nvSpPr>
        <p:spPr>
          <a:xfrm>
            <a:off x="672073" y="732025"/>
            <a:ext cx="4197600" cy="438551"/>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 sz="2400" b="1" i="0" u="none" strike="noStrike" cap="none" dirty="0">
                <a:solidFill>
                  <a:srgbClr val="3F3F3F"/>
                </a:solidFill>
                <a:latin typeface="Calibri"/>
                <a:ea typeface="Calibri"/>
                <a:cs typeface="Calibri"/>
                <a:sym typeface="Calibri"/>
              </a:rPr>
              <a:t>＜</a:t>
            </a:r>
            <a:r>
              <a:rPr lang="ja" sz="2400" b="1" dirty="0">
                <a:solidFill>
                  <a:srgbClr val="3F3F3F"/>
                </a:solidFill>
                <a:latin typeface="Calibri"/>
                <a:ea typeface="Calibri"/>
                <a:cs typeface="Calibri"/>
                <a:sym typeface="Calibri"/>
              </a:rPr>
              <a:t>18歳上京</a:t>
            </a:r>
            <a:r>
              <a:rPr lang="ja-JP" altLang="en-US" sz="2400" b="1" dirty="0">
                <a:solidFill>
                  <a:srgbClr val="3F3F3F"/>
                </a:solidFill>
                <a:latin typeface="Calibri"/>
                <a:ea typeface="Calibri"/>
                <a:cs typeface="Calibri"/>
                <a:sym typeface="Calibri"/>
              </a:rPr>
              <a:t>し</a:t>
            </a:r>
            <a:r>
              <a:rPr lang="ja" sz="2400" b="1" dirty="0">
                <a:solidFill>
                  <a:srgbClr val="3F3F3F"/>
                </a:solidFill>
                <a:latin typeface="Calibri"/>
                <a:ea typeface="Calibri"/>
                <a:cs typeface="Calibri"/>
                <a:sym typeface="Calibri"/>
              </a:rPr>
              <a:t>食の道スター</a:t>
            </a:r>
            <a:r>
              <a:rPr lang="ja" sz="2400" b="1" i="0" u="none" strike="noStrike" cap="none" dirty="0">
                <a:solidFill>
                  <a:srgbClr val="3F3F3F"/>
                </a:solidFill>
                <a:latin typeface="Calibri"/>
                <a:ea typeface="Calibri"/>
                <a:cs typeface="Calibri"/>
                <a:sym typeface="Calibri"/>
              </a:rPr>
              <a:t>＞</a:t>
            </a:r>
            <a:endParaRPr sz="2400" b="1" i="0" u="none" strike="noStrike" cap="none" dirty="0">
              <a:solidFill>
                <a:srgbClr val="3F3F3F"/>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7"/>
          <p:cNvSpPr txBox="1">
            <a:spLocks noGrp="1"/>
          </p:cNvSpPr>
          <p:nvPr>
            <p:ph type="ctrTitle"/>
          </p:nvPr>
        </p:nvSpPr>
        <p:spPr>
          <a:xfrm>
            <a:off x="137825" y="804900"/>
            <a:ext cx="5783100" cy="5143500"/>
          </a:xfrm>
          <a:prstGeom prst="rect">
            <a:avLst/>
          </a:prstGeom>
          <a:noFill/>
          <a:ln>
            <a:noFill/>
          </a:ln>
        </p:spPr>
        <p:txBody>
          <a:bodyPr spcFirstLastPara="1" wrap="square" lIns="68575" tIns="34275" rIns="68575" bIns="34275" anchor="t" anchorCtr="0">
            <a:noAutofit/>
          </a:bodyPr>
          <a:lstStyle/>
          <a:p>
            <a:pPr marL="0" lvl="0" indent="0" algn="l" rtl="0">
              <a:lnSpc>
                <a:spcPct val="125000"/>
              </a:lnSpc>
              <a:spcBef>
                <a:spcPts val="0"/>
              </a:spcBef>
              <a:spcAft>
                <a:spcPts val="0"/>
              </a:spcAft>
              <a:buClr>
                <a:srgbClr val="3F3F3F"/>
              </a:buClr>
              <a:buSzPts val="2400"/>
              <a:buFont typeface="Calibri"/>
              <a:buNone/>
            </a:pPr>
            <a:r>
              <a:rPr lang="ja-JP" altLang="en-US" sz="2000" dirty="0">
                <a:solidFill>
                  <a:srgbClr val="3F3F3F"/>
                </a:solidFill>
                <a:latin typeface="Calibri"/>
                <a:ea typeface="Calibri"/>
                <a:cs typeface="Calibri"/>
                <a:sym typeface="Calibri"/>
              </a:rPr>
              <a:t>スイスのホテルで１年間修業</a:t>
            </a:r>
          </a:p>
          <a:p>
            <a:pPr marL="0" lvl="0" indent="0" algn="l" rtl="0">
              <a:lnSpc>
                <a:spcPct val="125000"/>
              </a:lnSpc>
              <a:spcBef>
                <a:spcPts val="0"/>
              </a:spcBef>
              <a:spcAft>
                <a:spcPts val="0"/>
              </a:spcAft>
              <a:buClr>
                <a:srgbClr val="3F3F3F"/>
              </a:buClr>
              <a:buSzPts val="2400"/>
              <a:buFont typeface="Calibri"/>
              <a:buNone/>
            </a:pPr>
            <a:r>
              <a:rPr lang="ja-JP" altLang="en-US" sz="2000" dirty="0">
                <a:solidFill>
                  <a:srgbClr val="3F3F3F"/>
                </a:solidFill>
                <a:latin typeface="Calibri"/>
                <a:ea typeface="Calibri"/>
                <a:cs typeface="Calibri"/>
                <a:sym typeface="Calibri"/>
              </a:rPr>
              <a:t>ホテル・ボーリバージュパラス・ローザンヌ</a:t>
            </a:r>
            <a:br>
              <a:rPr lang="ja-JP" altLang="en-US" sz="2000" dirty="0">
                <a:solidFill>
                  <a:srgbClr val="3F3F3F"/>
                </a:solidFill>
                <a:latin typeface="Calibri"/>
                <a:ea typeface="Calibri"/>
                <a:cs typeface="Calibri"/>
                <a:sym typeface="Calibri"/>
              </a:rPr>
            </a:br>
            <a:r>
              <a:rPr lang="ja-JP" altLang="en-US" sz="2000" dirty="0">
                <a:solidFill>
                  <a:srgbClr val="3F3F3F"/>
                </a:solidFill>
                <a:latin typeface="Calibri"/>
                <a:ea typeface="Calibri"/>
                <a:cs typeface="Calibri"/>
                <a:sym typeface="Calibri"/>
              </a:rPr>
              <a:t>↓</a:t>
            </a:r>
          </a:p>
          <a:p>
            <a:pPr marL="0" lvl="0" indent="0" algn="l" rtl="0">
              <a:lnSpc>
                <a:spcPct val="125000"/>
              </a:lnSpc>
              <a:spcBef>
                <a:spcPts val="0"/>
              </a:spcBef>
              <a:spcAft>
                <a:spcPts val="0"/>
              </a:spcAft>
              <a:buClr>
                <a:srgbClr val="3F3F3F"/>
              </a:buClr>
              <a:buSzPts val="2400"/>
              <a:buFont typeface="Calibri"/>
              <a:buNone/>
            </a:pPr>
            <a:r>
              <a:rPr lang="ja-JP" altLang="en-US" sz="2000" dirty="0">
                <a:solidFill>
                  <a:srgbClr val="3F3F3F"/>
                </a:solidFill>
                <a:latin typeface="Calibri"/>
                <a:ea typeface="Calibri"/>
                <a:cs typeface="Calibri"/>
                <a:sym typeface="Calibri"/>
              </a:rPr>
              <a:t>フランスで</a:t>
            </a:r>
            <a:r>
              <a:rPr lang="en-US" altLang="ja-JP" sz="2000" dirty="0">
                <a:solidFill>
                  <a:srgbClr val="3F3F3F"/>
                </a:solidFill>
                <a:latin typeface="Calibri"/>
                <a:ea typeface="Calibri"/>
                <a:cs typeface="Calibri"/>
                <a:sym typeface="Calibri"/>
              </a:rPr>
              <a:t>3</a:t>
            </a:r>
            <a:r>
              <a:rPr lang="ja-JP" altLang="en-US" sz="2000" dirty="0">
                <a:solidFill>
                  <a:srgbClr val="3F3F3F"/>
                </a:solidFill>
                <a:latin typeface="Calibri"/>
                <a:ea typeface="Calibri"/>
                <a:cs typeface="Calibri"/>
                <a:sym typeface="Calibri"/>
              </a:rPr>
              <a:t>年、料理、デザートを知るためミシュラン３星、２星、パティスリーで約</a:t>
            </a:r>
            <a:r>
              <a:rPr lang="en-US" altLang="ja-JP" sz="2000" dirty="0">
                <a:solidFill>
                  <a:srgbClr val="3F3F3F"/>
                </a:solidFill>
                <a:latin typeface="Calibri"/>
                <a:ea typeface="Calibri"/>
                <a:cs typeface="Calibri"/>
                <a:sym typeface="Calibri"/>
              </a:rPr>
              <a:t>3</a:t>
            </a:r>
            <a:r>
              <a:rPr lang="ja-JP" altLang="en-US" sz="2000" dirty="0">
                <a:solidFill>
                  <a:srgbClr val="3F3F3F"/>
                </a:solidFill>
                <a:latin typeface="Calibri"/>
                <a:ea typeface="Calibri"/>
                <a:cs typeface="Calibri"/>
                <a:sym typeface="Calibri"/>
              </a:rPr>
              <a:t>年働き、</a:t>
            </a:r>
            <a:br>
              <a:rPr lang="ja-JP" altLang="en-US" sz="2000" dirty="0">
                <a:solidFill>
                  <a:srgbClr val="3F3F3F"/>
                </a:solidFill>
                <a:latin typeface="Calibri"/>
                <a:ea typeface="Calibri"/>
                <a:cs typeface="Calibri"/>
                <a:sym typeface="Calibri"/>
              </a:rPr>
            </a:br>
            <a:r>
              <a:rPr lang="ja-JP" altLang="en-US" sz="2400" b="1" dirty="0">
                <a:solidFill>
                  <a:srgbClr val="C00000"/>
                </a:solidFill>
                <a:latin typeface="Calibri"/>
                <a:ea typeface="Calibri"/>
                <a:cs typeface="Calibri"/>
                <a:sym typeface="Calibri"/>
              </a:rPr>
              <a:t>重要な食のあり方に氣ずく。</a:t>
            </a:r>
            <a:br>
              <a:rPr lang="ja-JP" altLang="en-US" sz="2000" b="1" dirty="0">
                <a:solidFill>
                  <a:srgbClr val="C00000"/>
                </a:solidFill>
                <a:latin typeface="Calibri"/>
                <a:ea typeface="Calibri"/>
                <a:cs typeface="Calibri"/>
                <a:sym typeface="Calibri"/>
              </a:rPr>
            </a:br>
            <a:r>
              <a:rPr lang="ja-JP" altLang="en-US" sz="2000" dirty="0">
                <a:solidFill>
                  <a:srgbClr val="3F3F3F"/>
                </a:solidFill>
                <a:latin typeface="Calibri"/>
                <a:ea typeface="Calibri"/>
                <a:cs typeface="Calibri"/>
                <a:sym typeface="Calibri"/>
              </a:rPr>
              <a:t>↓</a:t>
            </a:r>
            <a:br>
              <a:rPr lang="ja-JP" altLang="en-US" sz="2000" dirty="0">
                <a:solidFill>
                  <a:srgbClr val="3F3F3F"/>
                </a:solidFill>
                <a:latin typeface="Calibri"/>
                <a:ea typeface="Calibri"/>
                <a:cs typeface="Calibri"/>
                <a:sym typeface="Calibri"/>
              </a:rPr>
            </a:br>
            <a:r>
              <a:rPr lang="ja-JP" altLang="en-US" sz="2000" dirty="0">
                <a:solidFill>
                  <a:srgbClr val="3F3F3F"/>
                </a:solidFill>
                <a:latin typeface="Calibri"/>
                <a:ea typeface="Calibri"/>
                <a:cs typeface="Calibri"/>
                <a:sym typeface="Calibri"/>
              </a:rPr>
              <a:t>帰国後田舎に帰り</a:t>
            </a:r>
          </a:p>
          <a:p>
            <a:pPr marL="0" lvl="0" indent="0" algn="l" rtl="0">
              <a:lnSpc>
                <a:spcPct val="125000"/>
              </a:lnSpc>
              <a:spcBef>
                <a:spcPts val="0"/>
              </a:spcBef>
              <a:spcAft>
                <a:spcPts val="0"/>
              </a:spcAft>
              <a:buClr>
                <a:srgbClr val="3F3F3F"/>
              </a:buClr>
              <a:buSzPts val="2400"/>
              <a:buFont typeface="Calibri"/>
              <a:buNone/>
            </a:pPr>
            <a:r>
              <a:rPr lang="ja" sz="2400" b="1">
                <a:solidFill>
                  <a:srgbClr val="3F3F3F"/>
                </a:solidFill>
                <a:latin typeface="Calibri"/>
                <a:ea typeface="Calibri"/>
                <a:cs typeface="Calibri"/>
                <a:sym typeface="Calibri"/>
              </a:rPr>
              <a:t>「</a:t>
            </a:r>
            <a:r>
              <a:rPr lang="ja" sz="2400" b="1">
                <a:solidFill>
                  <a:srgbClr val="CC0000"/>
                </a:solidFill>
                <a:latin typeface="Calibri"/>
                <a:ea typeface="Calibri"/>
                <a:cs typeface="Calibri"/>
                <a:sym typeface="Calibri"/>
              </a:rPr>
              <a:t>自然に根ざした食創り</a:t>
            </a:r>
            <a:r>
              <a:rPr lang="ja" sz="2400" b="1">
                <a:latin typeface="Calibri"/>
                <a:ea typeface="Calibri"/>
                <a:cs typeface="Calibri"/>
                <a:sym typeface="Calibri"/>
              </a:rPr>
              <a:t>」</a:t>
            </a:r>
            <a:r>
              <a:rPr lang="ja-JP" altLang="en-US" sz="2400" b="1" dirty="0">
                <a:latin typeface="Calibri"/>
                <a:ea typeface="Calibri"/>
                <a:cs typeface="Calibri"/>
                <a:sym typeface="Calibri"/>
              </a:rPr>
              <a:t>の豊かさ</a:t>
            </a:r>
            <a:r>
              <a:rPr lang="ja-JP" altLang="en-US" sz="2000" b="1" dirty="0">
                <a:solidFill>
                  <a:schemeClr val="lt1"/>
                </a:solidFill>
                <a:latin typeface="Calibri"/>
                <a:ea typeface="Calibri"/>
                <a:cs typeface="Calibri"/>
                <a:sym typeface="Calibri"/>
              </a:rPr>
              <a:t>ゆた</a:t>
            </a:r>
            <a:endParaRPr lang="ja-JP" altLang="en-US" sz="2000" b="1" dirty="0">
              <a:latin typeface="Calibri"/>
              <a:ea typeface="Calibri"/>
              <a:cs typeface="Calibri"/>
              <a:sym typeface="Calibri"/>
            </a:endParaRPr>
          </a:p>
          <a:p>
            <a:pPr marL="0" lvl="0" indent="0" algn="l" rtl="0">
              <a:lnSpc>
                <a:spcPct val="125000"/>
              </a:lnSpc>
              <a:spcBef>
                <a:spcPts val="0"/>
              </a:spcBef>
              <a:spcAft>
                <a:spcPts val="0"/>
              </a:spcAft>
              <a:buClr>
                <a:srgbClr val="3F3F3F"/>
              </a:buClr>
              <a:buSzPts val="2400"/>
              <a:buFont typeface="Calibri"/>
              <a:buNone/>
            </a:pPr>
            <a:r>
              <a:rPr lang="ja-JP" altLang="en-US" sz="2000" dirty="0">
                <a:solidFill>
                  <a:srgbClr val="3F3F3F"/>
                </a:solidFill>
                <a:latin typeface="Calibri"/>
                <a:ea typeface="Calibri"/>
                <a:cs typeface="Calibri"/>
                <a:sym typeface="Calibri"/>
              </a:rPr>
              <a:t>は三ツ星以上だときずく。</a:t>
            </a:r>
          </a:p>
        </p:txBody>
      </p:sp>
      <p:sp>
        <p:nvSpPr>
          <p:cNvPr id="86" name="Google Shape;86;p17"/>
          <p:cNvSpPr txBox="1"/>
          <p:nvPr/>
        </p:nvSpPr>
        <p:spPr>
          <a:xfrm>
            <a:off x="53475" y="179232"/>
            <a:ext cx="8860200" cy="438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 sz="2400" b="1" i="0" u="none" strike="noStrike" cap="none">
                <a:solidFill>
                  <a:srgbClr val="3F3F3F"/>
                </a:solidFill>
                <a:latin typeface="Calibri"/>
                <a:ea typeface="Calibri"/>
                <a:cs typeface="Calibri"/>
                <a:sym typeface="Calibri"/>
              </a:rPr>
              <a:t>＜</a:t>
            </a:r>
            <a:r>
              <a:rPr lang="ja" sz="2400" b="1">
                <a:solidFill>
                  <a:srgbClr val="3F3F3F"/>
                </a:solidFill>
                <a:latin typeface="Calibri"/>
                <a:ea typeface="Calibri"/>
                <a:cs typeface="Calibri"/>
                <a:sym typeface="Calibri"/>
              </a:rPr>
              <a:t>渡欧スイス、フランスの修行の４年</a:t>
            </a:r>
            <a:r>
              <a:rPr lang="en-US" altLang="ja-JP" sz="2400" b="1" dirty="0">
                <a:solidFill>
                  <a:srgbClr val="3F3F3F"/>
                </a:solidFill>
                <a:latin typeface="Calibri"/>
                <a:ea typeface="Calibri"/>
                <a:cs typeface="Calibri"/>
                <a:sym typeface="Calibri"/>
              </a:rPr>
              <a:t>4</a:t>
            </a:r>
            <a:r>
              <a:rPr lang="ja-JP" altLang="en-US" sz="2400" b="1" dirty="0">
                <a:solidFill>
                  <a:srgbClr val="3F3F3F"/>
                </a:solidFill>
                <a:latin typeface="Calibri"/>
                <a:ea typeface="Calibri"/>
                <a:cs typeface="Calibri"/>
                <a:sym typeface="Calibri"/>
              </a:rPr>
              <a:t>か月</a:t>
            </a:r>
            <a:r>
              <a:rPr lang="ja" sz="2400" b="1" i="0" u="none" strike="noStrike" cap="none">
                <a:solidFill>
                  <a:srgbClr val="3F3F3F"/>
                </a:solidFill>
                <a:latin typeface="Calibri"/>
                <a:ea typeface="Calibri"/>
                <a:cs typeface="Calibri"/>
                <a:sym typeface="Calibri"/>
              </a:rPr>
              <a:t>＞</a:t>
            </a:r>
            <a:endParaRPr sz="2400" b="1" i="0" u="none" strike="noStrike" cap="none">
              <a:solidFill>
                <a:srgbClr val="3F3F3F"/>
              </a:solidFill>
              <a:latin typeface="Calibri"/>
              <a:ea typeface="Calibri"/>
              <a:cs typeface="Calibri"/>
              <a:sym typeface="Calibri"/>
            </a:endParaRPr>
          </a:p>
        </p:txBody>
      </p:sp>
      <p:pic>
        <p:nvPicPr>
          <p:cNvPr id="87" name="Google Shape;87;p17" descr="ファイル:Castle de Haar (1892-1913) 10 - Kitchen - French Cuisine ..."/>
          <p:cNvPicPr preferRelativeResize="0"/>
          <p:nvPr/>
        </p:nvPicPr>
        <p:blipFill>
          <a:blip r:embed="rId3">
            <a:alphaModFix/>
          </a:blip>
          <a:stretch>
            <a:fillRect/>
          </a:stretch>
        </p:blipFill>
        <p:spPr>
          <a:xfrm>
            <a:off x="5996550" y="2807250"/>
            <a:ext cx="2681052" cy="2449976"/>
          </a:xfrm>
          <a:prstGeom prst="rect">
            <a:avLst/>
          </a:prstGeom>
          <a:noFill/>
          <a:ln>
            <a:noFill/>
          </a:ln>
        </p:spPr>
      </p:pic>
      <p:pic>
        <p:nvPicPr>
          <p:cNvPr id="88" name="Google Shape;88;p17" descr="フリー写真画像: 農業、農村、田舎、風景、自然、フィールド"/>
          <p:cNvPicPr preferRelativeResize="0"/>
          <p:nvPr/>
        </p:nvPicPr>
        <p:blipFill>
          <a:blip r:embed="rId4">
            <a:alphaModFix/>
          </a:blip>
          <a:stretch>
            <a:fillRect/>
          </a:stretch>
        </p:blipFill>
        <p:spPr>
          <a:xfrm>
            <a:off x="5996550" y="709425"/>
            <a:ext cx="2681052" cy="178693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8"/>
          <p:cNvSpPr txBox="1">
            <a:spLocks noGrp="1"/>
          </p:cNvSpPr>
          <p:nvPr>
            <p:ph type="ctrTitle"/>
          </p:nvPr>
        </p:nvSpPr>
        <p:spPr>
          <a:xfrm>
            <a:off x="94777" y="604308"/>
            <a:ext cx="4756150" cy="4471500"/>
          </a:xfrm>
          <a:prstGeom prst="rect">
            <a:avLst/>
          </a:prstGeom>
          <a:noFill/>
          <a:ln>
            <a:noFill/>
          </a:ln>
        </p:spPr>
        <p:txBody>
          <a:bodyPr spcFirstLastPara="1" wrap="square" lIns="68575" tIns="34275" rIns="68575" bIns="34275" anchor="t" anchorCtr="0">
            <a:noAutofit/>
          </a:bodyPr>
          <a:lstStyle/>
          <a:p>
            <a:pPr marL="0" lvl="0" indent="0" algn="l" rtl="0">
              <a:lnSpc>
                <a:spcPct val="125000"/>
              </a:lnSpc>
              <a:spcBef>
                <a:spcPts val="0"/>
              </a:spcBef>
              <a:spcAft>
                <a:spcPts val="0"/>
              </a:spcAft>
              <a:buClr>
                <a:schemeClr val="dk1"/>
              </a:buClr>
              <a:buSzPts val="2400"/>
              <a:buFont typeface="Calibri"/>
              <a:buNone/>
            </a:pPr>
            <a:r>
              <a:rPr lang="ja-JP" altLang="en-US" sz="2000" dirty="0"/>
              <a:t>横浜都筑区センター北の自店オープン</a:t>
            </a:r>
          </a:p>
          <a:p>
            <a:pPr marL="0" lvl="0" indent="0" algn="l" rtl="0">
              <a:lnSpc>
                <a:spcPct val="125000"/>
              </a:lnSpc>
              <a:spcBef>
                <a:spcPts val="0"/>
              </a:spcBef>
              <a:spcAft>
                <a:spcPts val="0"/>
              </a:spcAft>
              <a:buClr>
                <a:schemeClr val="dk1"/>
              </a:buClr>
              <a:buSzPts val="2400"/>
              <a:buFont typeface="Calibri"/>
              <a:buNone/>
            </a:pPr>
            <a:r>
              <a:rPr lang="en-US" altLang="ja-JP" sz="2000" dirty="0"/>
              <a:t>21</a:t>
            </a:r>
            <a:r>
              <a:rPr lang="ja-JP" altLang="en-US" sz="2000" dirty="0"/>
              <a:t>年間営業</a:t>
            </a:r>
            <a:br>
              <a:rPr lang="ja-JP" altLang="en-US" sz="2000" dirty="0"/>
            </a:br>
            <a:r>
              <a:rPr lang="ja-JP" altLang="en-US" sz="2000" dirty="0"/>
              <a:t>↓</a:t>
            </a:r>
            <a:br>
              <a:rPr lang="ja-JP" altLang="en-US" sz="2000" dirty="0"/>
            </a:br>
            <a:r>
              <a:rPr lang="ja-JP" altLang="en-US" sz="2000" b="1" dirty="0">
                <a:solidFill>
                  <a:srgbClr val="FF0000"/>
                </a:solidFill>
              </a:rPr>
              <a:t>フランス菓子教室　</a:t>
            </a:r>
            <a:r>
              <a:rPr lang="en-US" altLang="ja-JP" sz="2000" b="1" dirty="0">
                <a:solidFill>
                  <a:srgbClr val="FF0000"/>
                </a:solidFill>
              </a:rPr>
              <a:t>15</a:t>
            </a:r>
            <a:r>
              <a:rPr lang="ja-JP" altLang="en-US" sz="2000" b="1" dirty="0">
                <a:solidFill>
                  <a:srgbClr val="FF0000"/>
                </a:solidFill>
              </a:rPr>
              <a:t>年開催</a:t>
            </a:r>
          </a:p>
          <a:p>
            <a:pPr marL="0" lvl="0" indent="0" algn="l" rtl="0">
              <a:lnSpc>
                <a:spcPct val="125000"/>
              </a:lnSpc>
              <a:spcBef>
                <a:spcPts val="0"/>
              </a:spcBef>
              <a:spcAft>
                <a:spcPts val="0"/>
              </a:spcAft>
              <a:buClr>
                <a:schemeClr val="dk1"/>
              </a:buClr>
              <a:buSzPts val="2400"/>
              <a:buFont typeface="Calibri"/>
              <a:buNone/>
            </a:pPr>
            <a:r>
              <a:rPr lang="ja-JP" altLang="en-US" sz="2000" b="1" dirty="0">
                <a:solidFill>
                  <a:srgbClr val="FF0000"/>
                </a:solidFill>
              </a:rPr>
              <a:t>パン教室　</a:t>
            </a:r>
            <a:r>
              <a:rPr lang="en-US" altLang="ja-JP" sz="2000" b="1" dirty="0">
                <a:solidFill>
                  <a:srgbClr val="FF0000"/>
                </a:solidFill>
              </a:rPr>
              <a:t>15</a:t>
            </a:r>
            <a:r>
              <a:rPr lang="ja-JP" altLang="en-US" sz="2000" b="1" dirty="0">
                <a:solidFill>
                  <a:srgbClr val="FF0000"/>
                </a:solidFill>
              </a:rPr>
              <a:t>年開催</a:t>
            </a:r>
            <a:endParaRPr lang="ja-JP" altLang="en-US" sz="2000" dirty="0"/>
          </a:p>
          <a:p>
            <a:pPr marL="0" lvl="0" indent="0" algn="l" rtl="0">
              <a:lnSpc>
                <a:spcPct val="125000"/>
              </a:lnSpc>
              <a:spcBef>
                <a:spcPts val="0"/>
              </a:spcBef>
              <a:spcAft>
                <a:spcPts val="0"/>
              </a:spcAft>
              <a:buClr>
                <a:schemeClr val="dk1"/>
              </a:buClr>
              <a:buSzPts val="2400"/>
              <a:buFont typeface="Calibri"/>
              <a:buNone/>
            </a:pPr>
            <a:r>
              <a:rPr lang="ja-JP" altLang="en-US" sz="2000" dirty="0"/>
              <a:t>↓</a:t>
            </a:r>
            <a:br>
              <a:rPr lang="ja-JP" altLang="en-US" sz="2000" dirty="0"/>
            </a:br>
            <a:r>
              <a:rPr lang="ja-JP" altLang="en-US" sz="2000" dirty="0"/>
              <a:t>自分で野菜作りから始める教室</a:t>
            </a:r>
            <a:br>
              <a:rPr lang="ja-JP" altLang="en-US" sz="2000" dirty="0"/>
            </a:br>
            <a:r>
              <a:rPr lang="ja-JP" altLang="en-US" sz="2000" dirty="0"/>
              <a:t>スタート</a:t>
            </a:r>
          </a:p>
          <a:p>
            <a:pPr marL="0" lvl="0" indent="0" algn="l" rtl="0">
              <a:lnSpc>
                <a:spcPct val="125000"/>
              </a:lnSpc>
              <a:spcBef>
                <a:spcPts val="0"/>
              </a:spcBef>
              <a:spcAft>
                <a:spcPts val="0"/>
              </a:spcAft>
              <a:buClr>
                <a:schemeClr val="dk1"/>
              </a:buClr>
              <a:buSzPts val="2400"/>
              <a:buFont typeface="Calibri"/>
              <a:buNone/>
            </a:pPr>
            <a:r>
              <a:rPr lang="ja-JP" altLang="en-US" sz="2000" b="1" dirty="0">
                <a:solidFill>
                  <a:srgbClr val="FF0000"/>
                </a:solidFill>
              </a:rPr>
              <a:t>生ゴミを畑に返す自然農始める。</a:t>
            </a:r>
          </a:p>
        </p:txBody>
      </p:sp>
      <p:sp>
        <p:nvSpPr>
          <p:cNvPr id="94" name="Google Shape;94;p18"/>
          <p:cNvSpPr txBox="1"/>
          <p:nvPr/>
        </p:nvSpPr>
        <p:spPr>
          <a:xfrm>
            <a:off x="672075" y="165708"/>
            <a:ext cx="3621000" cy="438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 sz="2400" b="1" i="0" u="none" strike="noStrike" cap="none">
                <a:solidFill>
                  <a:srgbClr val="3F3F3F"/>
                </a:solidFill>
                <a:latin typeface="Calibri"/>
                <a:ea typeface="Calibri"/>
                <a:cs typeface="Calibri"/>
                <a:sym typeface="Calibri"/>
              </a:rPr>
              <a:t>＜</a:t>
            </a:r>
            <a:r>
              <a:rPr lang="ja" sz="2400" b="1">
                <a:solidFill>
                  <a:srgbClr val="3F3F3F"/>
                </a:solidFill>
                <a:latin typeface="Calibri"/>
                <a:ea typeface="Calibri"/>
                <a:cs typeface="Calibri"/>
                <a:sym typeface="Calibri"/>
              </a:rPr>
              <a:t>横浜レジオン</a:t>
            </a:r>
            <a:r>
              <a:rPr lang="ja" sz="2400" b="1" i="0" u="none" strike="noStrike" cap="none">
                <a:solidFill>
                  <a:srgbClr val="3F3F3F"/>
                </a:solidFill>
                <a:latin typeface="Calibri"/>
                <a:ea typeface="Calibri"/>
                <a:cs typeface="Calibri"/>
                <a:sym typeface="Calibri"/>
              </a:rPr>
              <a:t>時代＞</a:t>
            </a:r>
            <a:endParaRPr sz="2400" b="1" i="0" u="none" strike="noStrike" cap="none">
              <a:solidFill>
                <a:srgbClr val="3F3F3F"/>
              </a:solidFill>
              <a:latin typeface="Calibri"/>
              <a:ea typeface="Calibri"/>
              <a:cs typeface="Calibri"/>
              <a:sym typeface="Calibri"/>
            </a:endParaRPr>
          </a:p>
        </p:txBody>
      </p:sp>
      <p:pic>
        <p:nvPicPr>
          <p:cNvPr id="95" name="Google Shape;95;p18" title="IMG_3079.HEIC"/>
          <p:cNvPicPr preferRelativeResize="0"/>
          <p:nvPr/>
        </p:nvPicPr>
        <p:blipFill>
          <a:blip r:embed="rId3">
            <a:alphaModFix/>
          </a:blip>
          <a:stretch>
            <a:fillRect/>
          </a:stretch>
        </p:blipFill>
        <p:spPr>
          <a:xfrm>
            <a:off x="4749800" y="152399"/>
            <a:ext cx="4298950" cy="492975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9"/>
          <p:cNvSpPr txBox="1">
            <a:spLocks noGrp="1"/>
          </p:cNvSpPr>
          <p:nvPr>
            <p:ph type="ctrTitle"/>
          </p:nvPr>
        </p:nvSpPr>
        <p:spPr>
          <a:xfrm>
            <a:off x="95075" y="1073325"/>
            <a:ext cx="4335000" cy="3653100"/>
          </a:xfrm>
          <a:prstGeom prst="rect">
            <a:avLst/>
          </a:prstGeom>
          <a:noFill/>
          <a:ln>
            <a:noFill/>
          </a:ln>
        </p:spPr>
        <p:txBody>
          <a:bodyPr spcFirstLastPara="1" wrap="square" lIns="68575" tIns="34275" rIns="68575" bIns="34275" anchor="t" anchorCtr="0">
            <a:noAutofit/>
          </a:bodyPr>
          <a:lstStyle/>
          <a:p>
            <a:pPr marL="0" lvl="0" indent="0" algn="l" rtl="0">
              <a:lnSpc>
                <a:spcPct val="125000"/>
              </a:lnSpc>
              <a:spcBef>
                <a:spcPts val="0"/>
              </a:spcBef>
              <a:spcAft>
                <a:spcPts val="0"/>
              </a:spcAft>
              <a:buClr>
                <a:schemeClr val="dk1"/>
              </a:buClr>
              <a:buSzPts val="2400"/>
              <a:buFont typeface="Calibri"/>
              <a:buNone/>
            </a:pPr>
            <a:r>
              <a:rPr lang="ja" sz="2000"/>
              <a:t>●天給自足、ポタジェ作り、</a:t>
            </a:r>
            <a:r>
              <a:rPr lang="ja-JP" altLang="en-US" sz="2000" dirty="0"/>
              <a:t>野草を生活に落とし込む、</a:t>
            </a:r>
            <a:endParaRPr sz="2000"/>
          </a:p>
          <a:p>
            <a:pPr marL="0" lvl="0" indent="0" algn="l" rtl="0">
              <a:lnSpc>
                <a:spcPct val="125000"/>
              </a:lnSpc>
              <a:spcBef>
                <a:spcPts val="0"/>
              </a:spcBef>
              <a:spcAft>
                <a:spcPts val="0"/>
              </a:spcAft>
              <a:buClr>
                <a:schemeClr val="dk1"/>
              </a:buClr>
              <a:buSzPts val="2400"/>
              <a:buFont typeface="Calibri"/>
              <a:buNone/>
            </a:pPr>
            <a:r>
              <a:rPr lang="ja" sz="2000"/>
              <a:t>米で作るフランス菓子．</a:t>
            </a:r>
            <a:r>
              <a:rPr lang="ja-JP" altLang="en-US" sz="2000" dirty="0"/>
              <a:t>米</a:t>
            </a:r>
            <a:r>
              <a:rPr lang="ja" sz="2000"/>
              <a:t>パン、</a:t>
            </a:r>
            <a:br>
              <a:rPr lang="en-US" altLang="ja" sz="2000" dirty="0"/>
            </a:br>
            <a:r>
              <a:rPr lang="ja-JP" altLang="en-US" sz="2000" dirty="0"/>
              <a:t>醗酵</a:t>
            </a:r>
            <a:r>
              <a:rPr lang="ja" sz="2000"/>
              <a:t>実践塾、</a:t>
            </a:r>
            <a:r>
              <a:rPr lang="ja-JP" altLang="en-US" sz="2000" dirty="0"/>
              <a:t>乾物活用</a:t>
            </a:r>
            <a:br>
              <a:rPr lang="ja" sz="2000"/>
            </a:br>
            <a:r>
              <a:rPr lang="ja" sz="2000"/>
              <a:t>↓</a:t>
            </a:r>
            <a:r>
              <a:rPr lang="ja" sz="2000" b="1">
                <a:solidFill>
                  <a:srgbClr val="CC0000"/>
                </a:solidFill>
              </a:rPr>
              <a:t>一生モノのスキルとマインドを伝える</a:t>
            </a:r>
            <a:br>
              <a:rPr lang="ja" sz="2000" b="1">
                <a:solidFill>
                  <a:srgbClr val="CC0000"/>
                </a:solidFill>
              </a:rPr>
            </a:br>
            <a:r>
              <a:rPr lang="ja" sz="2000"/>
              <a:t>↓</a:t>
            </a:r>
            <a:br>
              <a:rPr lang="ja" sz="2000" b="1">
                <a:solidFill>
                  <a:srgbClr val="FF0000"/>
                </a:solidFill>
              </a:rPr>
            </a:br>
            <a:r>
              <a:rPr lang="ja" sz="2000" b="1">
                <a:solidFill>
                  <a:srgbClr val="CC0000"/>
                </a:solidFill>
              </a:rPr>
              <a:t>好きで得意なことで</a:t>
            </a:r>
            <a:br>
              <a:rPr lang="ja" sz="2000" b="1">
                <a:solidFill>
                  <a:srgbClr val="CC0000"/>
                </a:solidFill>
              </a:rPr>
            </a:br>
            <a:r>
              <a:rPr lang="ja" sz="2000" b="1">
                <a:solidFill>
                  <a:srgbClr val="CC0000"/>
                </a:solidFill>
              </a:rPr>
              <a:t>社会貢献できる</a:t>
            </a:r>
            <a:r>
              <a:rPr lang="ja" sz="2000"/>
              <a:t>講師を増やす</a:t>
            </a:r>
            <a:endParaRPr sz="2000" b="1">
              <a:solidFill>
                <a:srgbClr val="FF0000"/>
              </a:solidFill>
            </a:endParaRPr>
          </a:p>
        </p:txBody>
      </p:sp>
      <p:sp>
        <p:nvSpPr>
          <p:cNvPr id="101" name="Google Shape;101;p19"/>
          <p:cNvSpPr txBox="1"/>
          <p:nvPr/>
        </p:nvSpPr>
        <p:spPr>
          <a:xfrm>
            <a:off x="312575" y="377499"/>
            <a:ext cx="3900000" cy="438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 sz="2400" b="1" i="0" u="none" strike="noStrike" cap="none">
                <a:solidFill>
                  <a:srgbClr val="3F3F3F"/>
                </a:solidFill>
                <a:latin typeface="Calibri"/>
                <a:ea typeface="Calibri"/>
                <a:cs typeface="Calibri"/>
                <a:sym typeface="Calibri"/>
              </a:rPr>
              <a:t>＜</a:t>
            </a:r>
            <a:r>
              <a:rPr lang="ja" sz="2400" b="1">
                <a:solidFill>
                  <a:srgbClr val="3F3F3F"/>
                </a:solidFill>
                <a:latin typeface="Calibri"/>
                <a:ea typeface="Calibri"/>
                <a:cs typeface="Calibri"/>
                <a:sym typeface="Calibri"/>
              </a:rPr>
              <a:t>講師</a:t>
            </a:r>
            <a:r>
              <a:rPr lang="ja" sz="2400" b="1" i="0" u="none" strike="noStrike" cap="none">
                <a:solidFill>
                  <a:srgbClr val="3F3F3F"/>
                </a:solidFill>
                <a:latin typeface="Calibri"/>
                <a:ea typeface="Calibri"/>
                <a:cs typeface="Calibri"/>
                <a:sym typeface="Calibri"/>
              </a:rPr>
              <a:t>として＞</a:t>
            </a:r>
            <a:endParaRPr sz="2400" b="1" i="0" u="none" strike="noStrike" cap="none">
              <a:solidFill>
                <a:srgbClr val="3F3F3F"/>
              </a:solidFill>
              <a:latin typeface="Calibri"/>
              <a:ea typeface="Calibri"/>
              <a:cs typeface="Calibri"/>
              <a:sym typeface="Calibri"/>
            </a:endParaRPr>
          </a:p>
        </p:txBody>
      </p:sp>
      <p:pic>
        <p:nvPicPr>
          <p:cNvPr id="102" name="Google Shape;102;p19" title="IMG_0594.JPG"/>
          <p:cNvPicPr preferRelativeResize="0"/>
          <p:nvPr/>
        </p:nvPicPr>
        <p:blipFill>
          <a:blip r:embed="rId3">
            <a:alphaModFix/>
          </a:blip>
          <a:stretch>
            <a:fillRect/>
          </a:stretch>
        </p:blipFill>
        <p:spPr>
          <a:xfrm>
            <a:off x="4582575" y="816100"/>
            <a:ext cx="4335099" cy="3813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0"/>
          <p:cNvSpPr txBox="1">
            <a:spLocks noGrp="1"/>
          </p:cNvSpPr>
          <p:nvPr>
            <p:ph type="ctrTitle"/>
          </p:nvPr>
        </p:nvSpPr>
        <p:spPr>
          <a:xfrm>
            <a:off x="95250" y="1111664"/>
            <a:ext cx="5822949" cy="4031833"/>
          </a:xfrm>
          <a:prstGeom prst="rect">
            <a:avLst/>
          </a:prstGeom>
          <a:noFill/>
          <a:ln>
            <a:noFill/>
          </a:ln>
        </p:spPr>
        <p:txBody>
          <a:bodyPr spcFirstLastPara="1" wrap="square" lIns="68575" tIns="34275" rIns="68575" bIns="34275" anchor="t" anchorCtr="0">
            <a:noAutofit/>
          </a:bodyPr>
          <a:lstStyle/>
          <a:p>
            <a:pPr rtl="0"/>
            <a:r>
              <a:rPr lang="ja-JP" altLang="en-US" sz="2000" b="1" i="0" u="none" strike="noStrike" dirty="0">
                <a:solidFill>
                  <a:srgbClr val="000000"/>
                </a:solidFill>
                <a:effectLst/>
                <a:latin typeface="Arial" panose="020B0604020202020204" pitchFamily="34" charset="0"/>
              </a:rPr>
              <a:t>新宿高島屋</a:t>
            </a:r>
            <a:r>
              <a:rPr lang="ja-JP" altLang="en-US" sz="2000" b="0" i="0" u="none" strike="noStrike" dirty="0">
                <a:solidFill>
                  <a:srgbClr val="000000"/>
                </a:solidFill>
                <a:effectLst/>
                <a:latin typeface="Arial" panose="020B0604020202020204" pitchFamily="34" charset="0"/>
              </a:rPr>
              <a:t>へ出店や</a:t>
            </a:r>
            <a:br>
              <a:rPr lang="ja-JP" altLang="en-US" sz="2000" b="0" i="0" u="none" strike="noStrike" dirty="0">
                <a:solidFill>
                  <a:srgbClr val="000000"/>
                </a:solidFill>
                <a:effectLst/>
                <a:latin typeface="Arial" panose="020B0604020202020204" pitchFamily="34" charset="0"/>
              </a:rPr>
            </a:br>
            <a:r>
              <a:rPr lang="ja-JP" altLang="en-US" sz="2000" b="1" i="0" u="none" strike="noStrike" dirty="0">
                <a:solidFill>
                  <a:srgbClr val="000000"/>
                </a:solidFill>
                <a:effectLst/>
                <a:latin typeface="Arial" panose="020B0604020202020204" pitchFamily="34" charset="0"/>
              </a:rPr>
              <a:t>結婚式</a:t>
            </a:r>
            <a:r>
              <a:rPr lang="ja-JP" altLang="en-US" sz="2000" b="0" i="0" u="none" strike="noStrike" dirty="0">
                <a:solidFill>
                  <a:srgbClr val="000000"/>
                </a:solidFill>
                <a:effectLst/>
                <a:latin typeface="Arial" panose="020B0604020202020204" pitchFamily="34" charset="0"/>
              </a:rPr>
              <a:t>のウエディング商品作りで</a:t>
            </a:r>
            <a:r>
              <a:rPr lang="ja-JP" altLang="en-US" sz="2000" b="1" i="0" u="none" strike="noStrike" dirty="0">
                <a:solidFill>
                  <a:srgbClr val="FF0000"/>
                </a:solidFill>
                <a:effectLst/>
                <a:latin typeface="Arial" panose="020B0604020202020204" pitchFamily="34" charset="0"/>
              </a:rPr>
              <a:t>幸せ作りに貢献</a:t>
            </a:r>
            <a:br>
              <a:rPr lang="ja-JP" altLang="en-US" sz="2000" b="0" dirty="0">
                <a:effectLst/>
              </a:rPr>
            </a:br>
            <a:r>
              <a:rPr lang="ja-JP" altLang="en-US" sz="2000" b="0" i="0" u="none" strike="noStrike" dirty="0">
                <a:solidFill>
                  <a:srgbClr val="000000"/>
                </a:solidFill>
                <a:effectLst/>
                <a:latin typeface="Arial" panose="020B0604020202020204" pitchFamily="34" charset="0"/>
              </a:rPr>
              <a:t>↓</a:t>
            </a:r>
            <a:br>
              <a:rPr lang="ja-JP" altLang="en-US" sz="2000" b="0" i="0" u="none" strike="noStrike" dirty="0">
                <a:solidFill>
                  <a:srgbClr val="000000"/>
                </a:solidFill>
                <a:effectLst/>
                <a:latin typeface="Arial" panose="020B0604020202020204" pitchFamily="34" charset="0"/>
              </a:rPr>
            </a:br>
            <a:r>
              <a:rPr lang="ja-JP" altLang="en-US" sz="2000" b="0" i="0" u="none" strike="noStrike" dirty="0">
                <a:solidFill>
                  <a:srgbClr val="000000"/>
                </a:solidFill>
                <a:effectLst/>
                <a:latin typeface="Arial" panose="020B0604020202020204" pitchFamily="34" charset="0"/>
              </a:rPr>
              <a:t>常に</a:t>
            </a:r>
            <a:r>
              <a:rPr lang="ja-JP" altLang="en-US" sz="2000" b="1" i="0" u="none" strike="noStrike" dirty="0">
                <a:solidFill>
                  <a:schemeClr val="tx1"/>
                </a:solidFill>
                <a:effectLst/>
                <a:latin typeface="Arial" panose="020B0604020202020204" pitchFamily="34" charset="0"/>
              </a:rPr>
              <a:t>季節を意識した商品創り</a:t>
            </a:r>
            <a:r>
              <a:rPr lang="ja-JP" altLang="en-US" sz="2000" b="0" i="0" u="none" strike="noStrike" dirty="0">
                <a:solidFill>
                  <a:schemeClr val="tx1"/>
                </a:solidFill>
                <a:effectLst/>
                <a:latin typeface="Arial" panose="020B0604020202020204" pitchFamily="34" charset="0"/>
              </a:rPr>
              <a:t>オリジナリティ</a:t>
            </a:r>
            <a:r>
              <a:rPr lang="ja-JP" altLang="en-US" sz="2000" b="1" i="0" u="none" strike="noStrike" dirty="0">
                <a:solidFill>
                  <a:schemeClr val="tx1"/>
                </a:solidFill>
                <a:effectLst/>
                <a:latin typeface="Arial" panose="020B0604020202020204" pitchFamily="34" charset="0"/>
              </a:rPr>
              <a:t>を磨く</a:t>
            </a:r>
            <a:r>
              <a:rPr lang="ja-JP" altLang="en-US" sz="2000" b="1" i="0" u="none" strike="noStrike" dirty="0">
                <a:solidFill>
                  <a:srgbClr val="FF0000"/>
                </a:solidFill>
                <a:effectLst/>
                <a:latin typeface="Arial" panose="020B0604020202020204" pitchFamily="34" charset="0"/>
              </a:rPr>
              <a:t>→楽しさ、美味しさ作り</a:t>
            </a:r>
            <a:br>
              <a:rPr lang="ja-JP" altLang="en-US" sz="2000" b="1" i="0" u="none" strike="noStrike" dirty="0">
                <a:solidFill>
                  <a:srgbClr val="FF0000"/>
                </a:solidFill>
                <a:effectLst/>
                <a:latin typeface="Arial" panose="020B0604020202020204" pitchFamily="34" charset="0"/>
              </a:rPr>
            </a:br>
            <a:r>
              <a:rPr lang="ja-JP" altLang="en-US" sz="2000" b="1" i="0" u="none" strike="noStrike" dirty="0">
                <a:solidFill>
                  <a:srgbClr val="000000"/>
                </a:solidFill>
                <a:effectLst/>
                <a:latin typeface="Arial" panose="020B0604020202020204" pitchFamily="34" charset="0"/>
              </a:rPr>
              <a:t>↓</a:t>
            </a:r>
            <a:br>
              <a:rPr lang="ja-JP" altLang="en-US" sz="2000" b="1" i="0" u="none" strike="noStrike" dirty="0">
                <a:solidFill>
                  <a:srgbClr val="FF0000"/>
                </a:solidFill>
                <a:effectLst/>
                <a:latin typeface="Arial" panose="020B0604020202020204" pitchFamily="34" charset="0"/>
              </a:rPr>
            </a:br>
            <a:r>
              <a:rPr lang="ja-JP" altLang="en-US" sz="2000" b="0" i="0" u="none" strike="noStrike" dirty="0">
                <a:solidFill>
                  <a:srgbClr val="000000"/>
                </a:solidFill>
                <a:effectLst/>
                <a:latin typeface="Arial" panose="020B0604020202020204" pitchFamily="34" charset="0"/>
              </a:rPr>
              <a:t>プロ向けの共著</a:t>
            </a:r>
            <a:r>
              <a:rPr lang="en-US" altLang="ja-JP" sz="2000" b="0" i="0" u="none" strike="noStrike" dirty="0">
                <a:solidFill>
                  <a:srgbClr val="000000"/>
                </a:solidFill>
                <a:effectLst/>
                <a:latin typeface="Arial" panose="020B0604020202020204" pitchFamily="34" charset="0"/>
              </a:rPr>
              <a:t>2</a:t>
            </a:r>
            <a:r>
              <a:rPr lang="ja-JP" altLang="en-US" sz="2000" b="0" i="0" u="none" strike="noStrike" dirty="0">
                <a:solidFill>
                  <a:srgbClr val="000000"/>
                </a:solidFill>
                <a:effectLst/>
                <a:latin typeface="Arial" panose="020B0604020202020204" pitchFamily="34" charset="0"/>
              </a:rPr>
              <a:t>冊出版、料理新聞社の表紙を</a:t>
            </a:r>
            <a:r>
              <a:rPr lang="en-US" altLang="ja-JP" sz="2000" b="0" i="0" u="none" strike="noStrike" dirty="0">
                <a:solidFill>
                  <a:srgbClr val="000000"/>
                </a:solidFill>
                <a:effectLst/>
                <a:latin typeface="Arial" panose="020B0604020202020204" pitchFamily="34" charset="0"/>
              </a:rPr>
              <a:t>2</a:t>
            </a:r>
            <a:r>
              <a:rPr lang="ja-JP" altLang="en-US" sz="2000" b="0" i="0" u="none" strike="noStrike" dirty="0">
                <a:solidFill>
                  <a:srgbClr val="000000"/>
                </a:solidFill>
                <a:effectLst/>
                <a:latin typeface="Arial" panose="020B0604020202020204" pitchFamily="34" charset="0"/>
              </a:rPr>
              <a:t>年間担当→</a:t>
            </a:r>
            <a:r>
              <a:rPr lang="ja-JP" altLang="en-US" sz="2000" b="1" i="0" u="none" strike="noStrike" dirty="0">
                <a:solidFill>
                  <a:srgbClr val="FF0000"/>
                </a:solidFill>
                <a:effectLst/>
                <a:latin typeface="Arial" panose="020B0604020202020204" pitchFamily="34" charset="0"/>
              </a:rPr>
              <a:t>広く幸せを広める活動で業界に貢献</a:t>
            </a:r>
            <a:br>
              <a:rPr lang="ja-JP" altLang="en-US" sz="2000" b="0" dirty="0">
                <a:effectLst/>
              </a:rPr>
            </a:br>
            <a:r>
              <a:rPr lang="ja-JP" altLang="en-US" sz="2000" b="0" i="0" u="none" strike="noStrike" dirty="0">
                <a:solidFill>
                  <a:srgbClr val="000000"/>
                </a:solidFill>
                <a:effectLst/>
                <a:latin typeface="Arial" panose="020B0604020202020204" pitchFamily="34" charset="0"/>
              </a:rPr>
              <a:t>↓</a:t>
            </a:r>
            <a:br>
              <a:rPr lang="ja-JP" altLang="en-US" sz="2000" b="0" dirty="0">
                <a:effectLst/>
              </a:rPr>
            </a:br>
            <a:r>
              <a:rPr lang="ja-JP" altLang="en-US" sz="2000" b="0" i="0" u="none" strike="noStrike" dirty="0">
                <a:solidFill>
                  <a:srgbClr val="000000"/>
                </a:solidFill>
                <a:effectLst/>
                <a:latin typeface="Arial" panose="020B0604020202020204" pitchFamily="34" charset="0"/>
              </a:rPr>
              <a:t>八ヶ岳にきて食の安全安心、天給自足の重要性に氣づき活動→</a:t>
            </a:r>
            <a:r>
              <a:rPr lang="ja-JP" altLang="en-US" sz="2000" b="1" i="0" u="none" strike="noStrike" dirty="0">
                <a:solidFill>
                  <a:srgbClr val="FF0000"/>
                </a:solidFill>
                <a:effectLst/>
                <a:latin typeface="Arial" panose="020B0604020202020204" pitchFamily="34" charset="0"/>
              </a:rPr>
              <a:t>健康になるための食作り、伝承者、講師を増やす事が志となる。</a:t>
            </a:r>
            <a:br>
              <a:rPr lang="ja-JP" altLang="en-US" sz="2000" b="0" dirty="0">
                <a:effectLst/>
              </a:rPr>
            </a:br>
            <a:br>
              <a:rPr lang="ja-JP" altLang="en-US" sz="2000" dirty="0"/>
            </a:br>
            <a:endParaRPr lang="ja-JP" altLang="en-US" sz="2000" b="1" dirty="0">
              <a:solidFill>
                <a:srgbClr val="FF0000"/>
              </a:solidFill>
            </a:endParaRPr>
          </a:p>
        </p:txBody>
      </p:sp>
      <p:sp>
        <p:nvSpPr>
          <p:cNvPr id="108" name="Google Shape;108;p20"/>
          <p:cNvSpPr txBox="1"/>
          <p:nvPr/>
        </p:nvSpPr>
        <p:spPr>
          <a:xfrm>
            <a:off x="95250" y="303781"/>
            <a:ext cx="5822949" cy="80788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altLang="en-US" sz="2400" b="1" dirty="0">
                <a:solidFill>
                  <a:schemeClr val="accent6">
                    <a:lumMod val="50000"/>
                  </a:schemeClr>
                </a:solidFill>
                <a:latin typeface="Calibri"/>
                <a:ea typeface="Calibri"/>
                <a:cs typeface="Calibri"/>
                <a:sym typeface="Calibri"/>
              </a:rPr>
              <a:t>横浜レジオン</a:t>
            </a:r>
            <a:r>
              <a:rPr lang="ja-JP" altLang="en-US" sz="2400" b="1" i="0" u="none" strike="noStrike" cap="none" dirty="0">
                <a:solidFill>
                  <a:schemeClr val="accent6">
                    <a:lumMod val="50000"/>
                  </a:schemeClr>
                </a:solidFill>
                <a:latin typeface="Calibri"/>
                <a:ea typeface="Calibri"/>
                <a:cs typeface="Calibri"/>
                <a:sym typeface="Calibri"/>
              </a:rPr>
              <a:t>時代から八ヶ岳時代へ</a:t>
            </a:r>
          </a:p>
          <a:p>
            <a:pPr marL="0" marR="0" lvl="0" indent="0" algn="l" rtl="0">
              <a:lnSpc>
                <a:spcPct val="100000"/>
              </a:lnSpc>
              <a:spcBef>
                <a:spcPts val="0"/>
              </a:spcBef>
              <a:spcAft>
                <a:spcPts val="0"/>
              </a:spcAft>
              <a:buClr>
                <a:srgbClr val="000000"/>
              </a:buClr>
              <a:buSzPts val="2400"/>
              <a:buFont typeface="Arial"/>
              <a:buNone/>
            </a:pPr>
            <a:r>
              <a:rPr lang="ja-JP" altLang="en-US" sz="2400" b="1" dirty="0">
                <a:solidFill>
                  <a:schemeClr val="accent6">
                    <a:lumMod val="50000"/>
                  </a:schemeClr>
                </a:solidFill>
                <a:latin typeface="Calibri"/>
                <a:ea typeface="Calibri"/>
                <a:cs typeface="Calibri"/>
                <a:sym typeface="Calibri"/>
              </a:rPr>
              <a:t>　　　　　　　</a:t>
            </a:r>
            <a:r>
              <a:rPr lang="ja-JP" altLang="en-US" sz="2400" b="1" dirty="0">
                <a:solidFill>
                  <a:srgbClr val="FF0000"/>
                </a:solidFill>
                <a:latin typeface="Calibri"/>
                <a:ea typeface="Calibri"/>
                <a:cs typeface="Calibri"/>
                <a:sym typeface="Calibri"/>
              </a:rPr>
              <a:t>志の変化</a:t>
            </a:r>
            <a:endParaRPr lang="ja-JP" altLang="en-US" sz="2400" b="1" i="0" u="none" strike="noStrike" cap="none" dirty="0">
              <a:solidFill>
                <a:srgbClr val="FF0000"/>
              </a:solidFill>
              <a:latin typeface="Calibri"/>
              <a:ea typeface="Calibri"/>
              <a:cs typeface="Calibri"/>
              <a:sym typeface="Calibri"/>
            </a:endParaRPr>
          </a:p>
        </p:txBody>
      </p:sp>
      <p:pic>
        <p:nvPicPr>
          <p:cNvPr id="109" name="Google Shape;109;p20" title="IMG_1345.HEIC"/>
          <p:cNvPicPr preferRelativeResize="0"/>
          <p:nvPr/>
        </p:nvPicPr>
        <p:blipFill>
          <a:blip r:embed="rId3">
            <a:alphaModFix/>
          </a:blip>
          <a:stretch>
            <a:fillRect/>
          </a:stretch>
        </p:blipFill>
        <p:spPr>
          <a:xfrm>
            <a:off x="6398366" y="144974"/>
            <a:ext cx="1941777" cy="2370376"/>
          </a:xfrm>
          <a:prstGeom prst="rect">
            <a:avLst/>
          </a:prstGeom>
          <a:noFill/>
          <a:ln>
            <a:noFill/>
          </a:ln>
        </p:spPr>
      </p:pic>
      <p:pic>
        <p:nvPicPr>
          <p:cNvPr id="110" name="Google Shape;110;p20" title="IMG_1344.HEIC"/>
          <p:cNvPicPr preferRelativeResize="0"/>
          <p:nvPr/>
        </p:nvPicPr>
        <p:blipFill>
          <a:blip r:embed="rId4">
            <a:alphaModFix/>
          </a:blip>
          <a:stretch>
            <a:fillRect/>
          </a:stretch>
        </p:blipFill>
        <p:spPr>
          <a:xfrm>
            <a:off x="6398366" y="2571750"/>
            <a:ext cx="1886500" cy="251534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1"/>
          <p:cNvSpPr/>
          <p:nvPr/>
        </p:nvSpPr>
        <p:spPr>
          <a:xfrm>
            <a:off x="367393" y="727479"/>
            <a:ext cx="3415200" cy="551100"/>
          </a:xfrm>
          <a:prstGeom prst="chevron">
            <a:avLst>
              <a:gd name="adj" fmla="val 50000"/>
            </a:avLst>
          </a:prstGeom>
          <a:solidFill>
            <a:srgbClr val="BBD6EE"/>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 sz="2400" b="1" i="0" u="none" strike="noStrike" cap="none">
                <a:solidFill>
                  <a:schemeClr val="dk1"/>
                </a:solidFill>
                <a:latin typeface="Calibri"/>
                <a:ea typeface="Calibri"/>
                <a:cs typeface="Calibri"/>
                <a:sym typeface="Calibri"/>
              </a:rPr>
              <a:t>Before</a:t>
            </a:r>
            <a:endParaRPr sz="2400" b="1" i="0" u="none" strike="noStrike" cap="none">
              <a:solidFill>
                <a:schemeClr val="dk1"/>
              </a:solidFill>
              <a:latin typeface="Calibri"/>
              <a:ea typeface="Calibri"/>
              <a:cs typeface="Calibri"/>
              <a:sym typeface="Calibri"/>
            </a:endParaRPr>
          </a:p>
        </p:txBody>
      </p:sp>
      <p:sp>
        <p:nvSpPr>
          <p:cNvPr id="116" name="Google Shape;116;p21"/>
          <p:cNvSpPr/>
          <p:nvPr/>
        </p:nvSpPr>
        <p:spPr>
          <a:xfrm>
            <a:off x="5404186" y="727479"/>
            <a:ext cx="3425400" cy="551100"/>
          </a:xfrm>
          <a:prstGeom prst="chevron">
            <a:avLst>
              <a:gd name="adj" fmla="val 50000"/>
            </a:avLst>
          </a:prstGeom>
          <a:solidFill>
            <a:srgbClr val="F7CAAC"/>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 sz="2400" b="1" i="0" u="none" strike="noStrike" cap="none">
                <a:solidFill>
                  <a:schemeClr val="dk1"/>
                </a:solidFill>
                <a:latin typeface="Calibri"/>
                <a:ea typeface="Calibri"/>
                <a:cs typeface="Calibri"/>
                <a:sym typeface="Calibri"/>
              </a:rPr>
              <a:t>After</a:t>
            </a:r>
            <a:endParaRPr sz="2400" b="1" i="0" u="none" strike="noStrike" cap="none">
              <a:solidFill>
                <a:schemeClr val="dk1"/>
              </a:solidFill>
              <a:latin typeface="Calibri"/>
              <a:ea typeface="Calibri"/>
              <a:cs typeface="Calibri"/>
              <a:sym typeface="Calibri"/>
            </a:endParaRPr>
          </a:p>
        </p:txBody>
      </p:sp>
      <p:sp>
        <p:nvSpPr>
          <p:cNvPr id="117" name="Google Shape;117;p21"/>
          <p:cNvSpPr/>
          <p:nvPr/>
        </p:nvSpPr>
        <p:spPr>
          <a:xfrm>
            <a:off x="109632" y="1468483"/>
            <a:ext cx="3927796" cy="3524679"/>
          </a:xfrm>
          <a:prstGeom prst="roundRect">
            <a:avLst>
              <a:gd name="adj" fmla="val 16667"/>
            </a:avLst>
          </a:prstGeom>
          <a:solidFill>
            <a:srgbClr val="DDEAF6"/>
          </a:solid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ja" sz="1800" b="1" dirty="0">
                <a:solidFill>
                  <a:srgbClr val="2E75B5"/>
                </a:solidFill>
                <a:latin typeface="Calibri"/>
                <a:ea typeface="Calibri"/>
                <a:cs typeface="Calibri"/>
                <a:sym typeface="Calibri"/>
              </a:rPr>
              <a:t> </a:t>
            </a:r>
            <a:r>
              <a:rPr lang="ja" sz="1800" b="1" i="0" u="none" strike="noStrike" cap="none" dirty="0">
                <a:solidFill>
                  <a:srgbClr val="2E75B5"/>
                </a:solidFill>
                <a:latin typeface="Calibri"/>
                <a:ea typeface="Calibri"/>
                <a:cs typeface="Calibri"/>
                <a:sym typeface="Calibri"/>
              </a:rPr>
              <a:t>【　</a:t>
            </a:r>
            <a:r>
              <a:rPr lang="ja-JP" altLang="en-US" sz="1800" b="1" i="0" u="none" strike="noStrike" cap="none" dirty="0">
                <a:solidFill>
                  <a:srgbClr val="2E75B5"/>
                </a:solidFill>
                <a:latin typeface="Calibri"/>
                <a:ea typeface="Calibri"/>
                <a:cs typeface="Calibri"/>
                <a:sym typeface="Calibri"/>
              </a:rPr>
              <a:t>醗酵</a:t>
            </a:r>
            <a:r>
              <a:rPr lang="ja" sz="1800" b="1" i="0" u="none" strike="noStrike" cap="none" dirty="0">
                <a:solidFill>
                  <a:srgbClr val="2E75B5"/>
                </a:solidFill>
                <a:latin typeface="Calibri"/>
                <a:ea typeface="Calibri"/>
                <a:cs typeface="Calibri"/>
                <a:sym typeface="Calibri"/>
              </a:rPr>
              <a:t>　】</a:t>
            </a:r>
            <a:endParaRPr sz="1100" b="0" i="0" u="none" strike="noStrike" cap="none" dirty="0">
              <a:solidFill>
                <a:srgbClr val="000000"/>
              </a:solidFill>
              <a:latin typeface="Arial"/>
              <a:ea typeface="Arial"/>
              <a:cs typeface="Arial"/>
              <a:sym typeface="Arial"/>
            </a:endParaRPr>
          </a:p>
          <a:p>
            <a:pPr>
              <a:lnSpc>
                <a:spcPct val="133333"/>
              </a:lnSpc>
              <a:buSzPts val="1400"/>
            </a:pPr>
            <a:r>
              <a:rPr lang="ja" sz="1400" b="1" i="0" u="none" strike="noStrike" cap="none" dirty="0">
                <a:solidFill>
                  <a:schemeClr val="dk1"/>
                </a:solidFill>
                <a:latin typeface="Calibri"/>
                <a:ea typeface="Calibri"/>
                <a:cs typeface="Calibri"/>
                <a:sym typeface="Calibri"/>
              </a:rPr>
              <a:t>・</a:t>
            </a:r>
            <a:r>
              <a:rPr lang="ja-JP" altLang="en-US" sz="1400" b="1" i="0" u="none" strike="noStrike" cap="none" dirty="0">
                <a:solidFill>
                  <a:schemeClr val="dk1"/>
                </a:solidFill>
                <a:latin typeface="Calibri"/>
                <a:ea typeface="Calibri"/>
                <a:cs typeface="Calibri"/>
                <a:sym typeface="Calibri"/>
              </a:rPr>
              <a:t>醗酵</a:t>
            </a:r>
            <a:r>
              <a:rPr lang="ja" sz="1400" b="1" i="0" u="none" strike="noStrike" cap="none" dirty="0">
                <a:solidFill>
                  <a:schemeClr val="dk1"/>
                </a:solidFill>
                <a:latin typeface="Calibri"/>
                <a:ea typeface="Calibri"/>
                <a:cs typeface="Calibri"/>
                <a:sym typeface="Calibri"/>
              </a:rPr>
              <a:t>の</a:t>
            </a:r>
            <a:r>
              <a:rPr lang="ja" b="1" dirty="0">
                <a:solidFill>
                  <a:schemeClr val="dk1"/>
                </a:solidFill>
                <a:latin typeface="Calibri"/>
                <a:ea typeface="Calibri"/>
                <a:cs typeface="Calibri"/>
                <a:sym typeface="Calibri"/>
              </a:rPr>
              <a:t>すばらしさが</a:t>
            </a:r>
            <a:r>
              <a:rPr lang="ja" altLang="en-US" b="1" dirty="0">
                <a:solidFill>
                  <a:schemeClr val="dk1"/>
                </a:solidFill>
                <a:latin typeface="Calibri"/>
                <a:ea typeface="Calibri"/>
                <a:cs typeface="Calibri"/>
                <a:sym typeface="Calibri"/>
              </a:rPr>
              <a:t>わからない</a:t>
            </a:r>
            <a:endParaRPr lang="en-US" altLang="ja" sz="1400" b="1" i="0" u="none" strike="noStrike" cap="none" dirty="0">
              <a:solidFill>
                <a:schemeClr val="dk1"/>
              </a:solidFill>
              <a:latin typeface="Calibri"/>
              <a:ea typeface="Calibri"/>
              <a:cs typeface="Calibri"/>
            </a:endParaRPr>
          </a:p>
          <a:p>
            <a:pPr marL="0" marR="0" lvl="0" indent="0" algn="l" rtl="0">
              <a:lnSpc>
                <a:spcPct val="133333"/>
              </a:lnSpc>
              <a:spcBef>
                <a:spcPts val="0"/>
              </a:spcBef>
              <a:spcAft>
                <a:spcPts val="0"/>
              </a:spcAft>
              <a:buClr>
                <a:srgbClr val="000000"/>
              </a:buClr>
              <a:buSzPts val="1400"/>
              <a:buFont typeface="Arial"/>
              <a:buNone/>
            </a:pPr>
            <a:r>
              <a:rPr lang="ja" sz="1400" b="1" i="0" u="none" strike="noStrike" cap="none" dirty="0">
                <a:solidFill>
                  <a:schemeClr val="dk1"/>
                </a:solidFill>
                <a:latin typeface="Calibri"/>
                <a:ea typeface="Calibri"/>
                <a:cs typeface="Calibri"/>
                <a:sym typeface="Calibri"/>
              </a:rPr>
              <a:t>・</a:t>
            </a:r>
            <a:r>
              <a:rPr lang="ja" b="1" dirty="0">
                <a:solidFill>
                  <a:schemeClr val="dk1"/>
                </a:solidFill>
                <a:latin typeface="Calibri"/>
                <a:ea typeface="Calibri"/>
                <a:cs typeface="Calibri"/>
                <a:sym typeface="Calibri"/>
              </a:rPr>
              <a:t>味噌などの本物</a:t>
            </a:r>
            <a:r>
              <a:rPr lang="ja" altLang="en-US" b="1" dirty="0">
                <a:solidFill>
                  <a:schemeClr val="dk1"/>
                </a:solidFill>
                <a:latin typeface="Calibri"/>
                <a:ea typeface="Calibri"/>
                <a:cs typeface="Calibri"/>
                <a:sym typeface="Calibri"/>
              </a:rPr>
              <a:t>の調味料を作っていない</a:t>
            </a:r>
            <a:endParaRPr lang="ja" altLang="en-US" sz="1400" b="1" i="0" u="none" strike="noStrike" cap="none" dirty="0">
              <a:solidFill>
                <a:schemeClr val="dk1"/>
              </a:solidFill>
              <a:latin typeface="Calibri"/>
              <a:ea typeface="Calibri"/>
              <a:cs typeface="Calibri"/>
            </a:endParaRPr>
          </a:p>
          <a:p>
            <a:pPr marL="0" marR="0" lvl="0" indent="0" algn="l" rtl="0">
              <a:lnSpc>
                <a:spcPct val="133333"/>
              </a:lnSpc>
              <a:spcBef>
                <a:spcPts val="0"/>
              </a:spcBef>
              <a:spcAft>
                <a:spcPts val="0"/>
              </a:spcAft>
              <a:buClr>
                <a:srgbClr val="000000"/>
              </a:buClr>
              <a:buSzPts val="1400"/>
              <a:buFont typeface="Arial"/>
              <a:buNone/>
            </a:pPr>
            <a:r>
              <a:rPr lang="ja" sz="1400" b="1" i="0" u="none" strike="noStrike" cap="none" dirty="0">
                <a:solidFill>
                  <a:schemeClr val="dk1"/>
                </a:solidFill>
                <a:latin typeface="Calibri"/>
                <a:ea typeface="Calibri"/>
                <a:cs typeface="Calibri"/>
                <a:sym typeface="Calibri"/>
              </a:rPr>
              <a:t>・</a:t>
            </a:r>
            <a:r>
              <a:rPr lang="ja" b="1" dirty="0">
                <a:solidFill>
                  <a:schemeClr val="dk1"/>
                </a:solidFill>
                <a:latin typeface="Calibri"/>
                <a:ea typeface="Calibri"/>
                <a:cs typeface="Calibri"/>
                <a:sym typeface="Calibri"/>
              </a:rPr>
              <a:t>本物の漬物</a:t>
            </a:r>
            <a:r>
              <a:rPr lang="ja-JP" altLang="en-US" b="1" dirty="0">
                <a:solidFill>
                  <a:schemeClr val="dk1"/>
                </a:solidFill>
                <a:latin typeface="Calibri"/>
                <a:ea typeface="Calibri"/>
                <a:cs typeface="Calibri"/>
                <a:sym typeface="Calibri"/>
              </a:rPr>
              <a:t>を作りができない。</a:t>
            </a:r>
            <a:endParaRPr sz="1400" b="1" i="0" u="none" strike="noStrike" cap="none" dirty="0">
              <a:solidFill>
                <a:schemeClr val="dk1"/>
              </a:solidFill>
              <a:latin typeface="Calibri"/>
              <a:ea typeface="Calibri"/>
              <a:cs typeface="Calibri"/>
              <a:sym typeface="Calibri"/>
            </a:endParaRPr>
          </a:p>
          <a:p>
            <a:pPr marL="0" marR="0" lvl="0" indent="0" algn="l" rtl="0">
              <a:lnSpc>
                <a:spcPct val="133333"/>
              </a:lnSpc>
              <a:spcBef>
                <a:spcPts val="0"/>
              </a:spcBef>
              <a:spcAft>
                <a:spcPts val="0"/>
              </a:spcAft>
              <a:buClr>
                <a:srgbClr val="000000"/>
              </a:buClr>
              <a:buSzPts val="1400"/>
              <a:buFont typeface="Arial"/>
              <a:buNone/>
            </a:pPr>
            <a:r>
              <a:rPr lang="ja" sz="1400" b="1" i="0" u="none" strike="noStrike" cap="none" dirty="0">
                <a:solidFill>
                  <a:schemeClr val="dk1"/>
                </a:solidFill>
                <a:latin typeface="Calibri"/>
                <a:ea typeface="Calibri"/>
                <a:cs typeface="Calibri"/>
                <a:sym typeface="Calibri"/>
              </a:rPr>
              <a:t>・</a:t>
            </a:r>
            <a:r>
              <a:rPr lang="ja" b="1" dirty="0">
                <a:solidFill>
                  <a:schemeClr val="dk1"/>
                </a:solidFill>
                <a:latin typeface="Calibri"/>
                <a:ea typeface="Calibri"/>
                <a:cs typeface="Calibri"/>
                <a:sym typeface="Calibri"/>
              </a:rPr>
              <a:t>多くの</a:t>
            </a:r>
            <a:r>
              <a:rPr lang="ja-JP" altLang="en-US" b="1" dirty="0">
                <a:solidFill>
                  <a:schemeClr val="dk1"/>
                </a:solidFill>
                <a:latin typeface="Calibri"/>
                <a:ea typeface="Calibri"/>
                <a:cs typeface="Calibri"/>
                <a:sym typeface="Calibri"/>
              </a:rPr>
              <a:t>醗酵</a:t>
            </a:r>
            <a:r>
              <a:rPr lang="ja" b="1" dirty="0">
                <a:solidFill>
                  <a:schemeClr val="dk1"/>
                </a:solidFill>
                <a:latin typeface="Calibri"/>
                <a:ea typeface="Calibri"/>
                <a:cs typeface="Calibri"/>
                <a:sym typeface="Calibri"/>
              </a:rPr>
              <a:t>食</a:t>
            </a:r>
            <a:r>
              <a:rPr lang="ja-JP" altLang="en-US" b="1" dirty="0">
                <a:solidFill>
                  <a:schemeClr val="dk1"/>
                </a:solidFill>
                <a:latin typeface="Calibri"/>
                <a:ea typeface="Calibri"/>
                <a:cs typeface="Calibri"/>
                <a:sym typeface="Calibri"/>
              </a:rPr>
              <a:t>を理解、実践できていない</a:t>
            </a:r>
            <a:endParaRPr lang="ja-JP" altLang="en-US" b="1" i="0" u="none" strike="noStrike" cap="none" dirty="0">
              <a:solidFill>
                <a:schemeClr val="dk1"/>
              </a:solidFill>
              <a:latin typeface="Calibri"/>
              <a:ea typeface="Calibri"/>
              <a:cs typeface="Calibri"/>
            </a:endParaRPr>
          </a:p>
          <a:p>
            <a:pPr marL="0" marR="0" lvl="0" indent="0" algn="ctr" rtl="0">
              <a:lnSpc>
                <a:spcPct val="100000"/>
              </a:lnSpc>
              <a:spcBef>
                <a:spcPts val="0"/>
              </a:spcBef>
              <a:spcAft>
                <a:spcPts val="0"/>
              </a:spcAft>
              <a:buClr>
                <a:srgbClr val="000000"/>
              </a:buClr>
              <a:buSzPts val="1800"/>
              <a:buFont typeface="Arial"/>
              <a:buNone/>
            </a:pPr>
            <a:r>
              <a:rPr lang="ja" sz="1800" b="1" i="0" u="none" strike="noStrike" cap="none" dirty="0">
                <a:solidFill>
                  <a:srgbClr val="2E75B5"/>
                </a:solidFill>
                <a:latin typeface="Calibri"/>
                <a:ea typeface="Calibri"/>
                <a:cs typeface="Calibri"/>
                <a:sym typeface="Calibri"/>
              </a:rPr>
              <a:t>【　</a:t>
            </a:r>
            <a:r>
              <a:rPr lang="ja" sz="1800" b="1" dirty="0">
                <a:solidFill>
                  <a:srgbClr val="2E75B5"/>
                </a:solidFill>
                <a:latin typeface="Calibri"/>
                <a:ea typeface="Calibri"/>
                <a:cs typeface="Calibri"/>
                <a:sym typeface="Calibri"/>
              </a:rPr>
              <a:t>天給自足</a:t>
            </a:r>
            <a:r>
              <a:rPr lang="ja" sz="1800" b="1" i="0" u="none" strike="noStrike" cap="none" dirty="0">
                <a:solidFill>
                  <a:srgbClr val="2E75B5"/>
                </a:solidFill>
                <a:latin typeface="Calibri"/>
                <a:ea typeface="Calibri"/>
                <a:cs typeface="Calibri"/>
                <a:sym typeface="Calibri"/>
              </a:rPr>
              <a:t>　】</a:t>
            </a:r>
            <a:endParaRPr sz="1100" b="0" i="0" u="none" strike="noStrike" cap="none" dirty="0">
              <a:solidFill>
                <a:srgbClr val="000000"/>
              </a:solidFill>
              <a:latin typeface="Arial"/>
              <a:ea typeface="Arial"/>
              <a:cs typeface="Arial"/>
              <a:sym typeface="Arial"/>
            </a:endParaRPr>
          </a:p>
          <a:p>
            <a:pPr marL="0" marR="0" lvl="0" indent="0" algn="l" rtl="0">
              <a:lnSpc>
                <a:spcPct val="133333"/>
              </a:lnSpc>
              <a:spcBef>
                <a:spcPts val="0"/>
              </a:spcBef>
              <a:spcAft>
                <a:spcPts val="0"/>
              </a:spcAft>
              <a:buClr>
                <a:srgbClr val="000000"/>
              </a:buClr>
              <a:buSzPts val="1400"/>
              <a:buFont typeface="Arial"/>
              <a:buNone/>
            </a:pPr>
            <a:r>
              <a:rPr lang="ja" sz="1400" b="1" i="0" u="none" strike="noStrike" cap="none" dirty="0">
                <a:solidFill>
                  <a:schemeClr val="dk1"/>
                </a:solidFill>
                <a:latin typeface="Calibri"/>
                <a:ea typeface="Calibri"/>
                <a:cs typeface="Calibri"/>
                <a:sym typeface="Calibri"/>
              </a:rPr>
              <a:t>・</a:t>
            </a:r>
            <a:r>
              <a:rPr lang="ja" b="1" dirty="0">
                <a:solidFill>
                  <a:schemeClr val="dk1"/>
                </a:solidFill>
                <a:latin typeface="Calibri"/>
                <a:ea typeface="Calibri"/>
                <a:cs typeface="Calibri"/>
                <a:sym typeface="Calibri"/>
              </a:rPr>
              <a:t>自然農の一歩が踏み出せない</a:t>
            </a:r>
            <a:endParaRPr sz="1400" b="1" i="0" u="none" strike="noStrike" cap="none" dirty="0">
              <a:solidFill>
                <a:schemeClr val="dk1"/>
              </a:solidFill>
              <a:latin typeface="Calibri"/>
              <a:ea typeface="Calibri"/>
              <a:cs typeface="Calibri"/>
              <a:sym typeface="Calibri"/>
            </a:endParaRPr>
          </a:p>
          <a:p>
            <a:pPr marL="0" marR="0" lvl="0" indent="0" algn="l" rtl="0">
              <a:lnSpc>
                <a:spcPct val="133333"/>
              </a:lnSpc>
              <a:spcBef>
                <a:spcPts val="0"/>
              </a:spcBef>
              <a:spcAft>
                <a:spcPts val="0"/>
              </a:spcAft>
              <a:buClr>
                <a:srgbClr val="000000"/>
              </a:buClr>
              <a:buSzPts val="1400"/>
              <a:buFont typeface="Arial"/>
              <a:buNone/>
            </a:pPr>
            <a:r>
              <a:rPr lang="ja" sz="1400" b="1" i="0" u="none" strike="noStrike" cap="none" dirty="0">
                <a:solidFill>
                  <a:schemeClr val="dk1"/>
                </a:solidFill>
                <a:latin typeface="Calibri"/>
                <a:ea typeface="Calibri"/>
                <a:cs typeface="Calibri"/>
                <a:sym typeface="Calibri"/>
              </a:rPr>
              <a:t>・</a:t>
            </a:r>
            <a:r>
              <a:rPr lang="ja" b="1" dirty="0">
                <a:solidFill>
                  <a:schemeClr val="dk1"/>
                </a:solidFill>
                <a:latin typeface="Calibri"/>
                <a:ea typeface="Calibri"/>
                <a:cs typeface="Calibri"/>
                <a:sym typeface="Calibri"/>
              </a:rPr>
              <a:t>野草の活用、見極めに</a:t>
            </a:r>
            <a:r>
              <a:rPr lang="ja" sz="1400" b="1" i="0" u="none" strike="noStrike" cap="none" dirty="0">
                <a:solidFill>
                  <a:schemeClr val="dk1"/>
                </a:solidFill>
                <a:latin typeface="Calibri"/>
                <a:ea typeface="Calibri"/>
                <a:cs typeface="Calibri"/>
                <a:sym typeface="Calibri"/>
              </a:rPr>
              <a:t>自信がない</a:t>
            </a:r>
            <a:endParaRPr sz="1400" b="1" i="0" u="none" strike="noStrike" cap="none" dirty="0">
              <a:solidFill>
                <a:schemeClr val="dk1"/>
              </a:solidFill>
              <a:latin typeface="Calibri"/>
              <a:ea typeface="Calibri"/>
              <a:cs typeface="Calibri"/>
              <a:sym typeface="Calibri"/>
            </a:endParaRPr>
          </a:p>
          <a:p>
            <a:pPr marL="0" marR="0" lvl="0" indent="0" algn="l" rtl="0">
              <a:lnSpc>
                <a:spcPct val="133333"/>
              </a:lnSpc>
              <a:spcBef>
                <a:spcPts val="0"/>
              </a:spcBef>
              <a:spcAft>
                <a:spcPts val="0"/>
              </a:spcAft>
              <a:buClr>
                <a:srgbClr val="000000"/>
              </a:buClr>
              <a:buSzPts val="1400"/>
              <a:buFont typeface="Arial"/>
              <a:buNone/>
            </a:pPr>
            <a:r>
              <a:rPr lang="ja" sz="1400" b="1" i="0" u="none" strike="noStrike" cap="none" dirty="0">
                <a:solidFill>
                  <a:schemeClr val="dk1"/>
                </a:solidFill>
                <a:latin typeface="Calibri"/>
                <a:ea typeface="Calibri"/>
                <a:cs typeface="Calibri"/>
                <a:sym typeface="Calibri"/>
              </a:rPr>
              <a:t>・</a:t>
            </a:r>
            <a:r>
              <a:rPr lang="ja" b="1" dirty="0">
                <a:solidFill>
                  <a:schemeClr val="dk1"/>
                </a:solidFill>
                <a:latin typeface="Calibri"/>
                <a:ea typeface="Calibri"/>
                <a:cs typeface="Calibri"/>
                <a:sym typeface="Calibri"/>
              </a:rPr>
              <a:t>陸稲、菊芋の作り方がわからない</a:t>
            </a:r>
            <a:endParaRPr sz="1400" b="1" i="0" u="none" strike="noStrike" cap="none" dirty="0">
              <a:solidFill>
                <a:schemeClr val="dk1"/>
              </a:solidFill>
              <a:latin typeface="Calibri"/>
              <a:ea typeface="Calibri"/>
              <a:cs typeface="Calibri"/>
              <a:sym typeface="Calibri"/>
            </a:endParaRPr>
          </a:p>
          <a:p>
            <a:pPr marL="0" marR="0" lvl="0" indent="0" algn="l" rtl="0">
              <a:lnSpc>
                <a:spcPct val="133333"/>
              </a:lnSpc>
              <a:spcBef>
                <a:spcPts val="0"/>
              </a:spcBef>
              <a:spcAft>
                <a:spcPts val="0"/>
              </a:spcAft>
              <a:buClr>
                <a:srgbClr val="000000"/>
              </a:buClr>
              <a:buSzPts val="1400"/>
              <a:buFont typeface="Arial"/>
              <a:buNone/>
            </a:pPr>
            <a:r>
              <a:rPr lang="ja" sz="1400" b="1" i="0" u="none" strike="noStrike" cap="none" dirty="0">
                <a:solidFill>
                  <a:schemeClr val="dk1"/>
                </a:solidFill>
                <a:latin typeface="Calibri"/>
                <a:ea typeface="Calibri"/>
                <a:cs typeface="Calibri"/>
                <a:sym typeface="Calibri"/>
              </a:rPr>
              <a:t>・</a:t>
            </a:r>
            <a:r>
              <a:rPr lang="ja" b="1" dirty="0">
                <a:solidFill>
                  <a:schemeClr val="dk1"/>
                </a:solidFill>
                <a:latin typeface="Calibri"/>
                <a:ea typeface="Calibri"/>
                <a:cs typeface="Calibri"/>
                <a:sym typeface="Calibri"/>
              </a:rPr>
              <a:t>きのこ、山菜を楽しめていない</a:t>
            </a:r>
            <a:endParaRPr b="1" dirty="0">
              <a:solidFill>
                <a:schemeClr val="dk1"/>
              </a:solidFill>
              <a:latin typeface="Calibri"/>
              <a:ea typeface="Calibri"/>
              <a:cs typeface="Calibri"/>
              <a:sym typeface="Calibri"/>
            </a:endParaRPr>
          </a:p>
          <a:p>
            <a:pPr>
              <a:lnSpc>
                <a:spcPct val="133333"/>
              </a:lnSpc>
              <a:buClr>
                <a:schemeClr val="dk1"/>
              </a:buClr>
              <a:buSzPts val="1400"/>
            </a:pPr>
            <a:r>
              <a:rPr lang="ja" b="1" dirty="0">
                <a:solidFill>
                  <a:schemeClr val="dk1"/>
                </a:solidFill>
                <a:latin typeface="Calibri"/>
                <a:ea typeface="Calibri"/>
                <a:cs typeface="Calibri"/>
                <a:sym typeface="Calibri"/>
              </a:rPr>
              <a:t>・グルテンフリーお菓子、玄米100％　</a:t>
            </a:r>
            <a:endParaRPr lang="ja" altLang="en-US" b="1" dirty="0">
              <a:solidFill>
                <a:schemeClr val="dk1"/>
              </a:solidFill>
              <a:latin typeface="Calibri"/>
              <a:ea typeface="Calibri"/>
              <a:cs typeface="Calibri"/>
              <a:sym typeface="Calibri"/>
            </a:endParaRPr>
          </a:p>
          <a:p>
            <a:pPr>
              <a:lnSpc>
                <a:spcPct val="133333"/>
              </a:lnSpc>
              <a:buSzPts val="1400"/>
            </a:pPr>
            <a:r>
              <a:rPr lang="ja" altLang="en-US" b="1" dirty="0">
                <a:solidFill>
                  <a:schemeClr val="dk1"/>
                </a:solidFill>
                <a:latin typeface="Calibri"/>
                <a:ea typeface="Calibri"/>
                <a:cs typeface="Calibri"/>
                <a:sym typeface="Calibri"/>
              </a:rPr>
              <a:t>　</a:t>
            </a:r>
            <a:r>
              <a:rPr lang="ja" b="1" dirty="0">
                <a:solidFill>
                  <a:schemeClr val="dk1"/>
                </a:solidFill>
                <a:latin typeface="Calibri"/>
                <a:ea typeface="Calibri"/>
                <a:cs typeface="Calibri"/>
                <a:sym typeface="Calibri"/>
              </a:rPr>
              <a:t>米粉100％パン</a:t>
            </a:r>
            <a:r>
              <a:rPr lang="ja" altLang="en-US" b="1" dirty="0">
                <a:solidFill>
                  <a:schemeClr val="dk1"/>
                </a:solidFill>
                <a:latin typeface="Calibri"/>
                <a:ea typeface="Calibri"/>
                <a:cs typeface="Calibri"/>
                <a:sym typeface="Calibri"/>
              </a:rPr>
              <a:t>を楽しく</a:t>
            </a:r>
            <a:r>
              <a:rPr lang="ja" b="1" dirty="0">
                <a:solidFill>
                  <a:schemeClr val="dk1"/>
                </a:solidFill>
                <a:latin typeface="Calibri"/>
                <a:ea typeface="Calibri"/>
                <a:cs typeface="Calibri"/>
                <a:sym typeface="Calibri"/>
              </a:rPr>
              <a:t>作れない</a:t>
            </a:r>
            <a:endParaRPr lang="ja-JP" altLang="en-US" b="1" dirty="0">
              <a:solidFill>
                <a:schemeClr val="dk1"/>
              </a:solidFill>
              <a:latin typeface="Calibri"/>
              <a:ea typeface="Calibri"/>
              <a:cs typeface="Calibri"/>
            </a:endParaRPr>
          </a:p>
        </p:txBody>
      </p:sp>
      <p:sp>
        <p:nvSpPr>
          <p:cNvPr id="118" name="Google Shape;118;p21"/>
          <p:cNvSpPr/>
          <p:nvPr/>
        </p:nvSpPr>
        <p:spPr>
          <a:xfrm>
            <a:off x="5888648" y="1362602"/>
            <a:ext cx="3284165" cy="3528879"/>
          </a:xfrm>
          <a:prstGeom prst="roundRect">
            <a:avLst>
              <a:gd name="adj" fmla="val 16667"/>
            </a:avLst>
          </a:prstGeom>
          <a:solidFill>
            <a:srgbClr val="FBE4D4"/>
          </a:solidFill>
          <a:ln>
            <a:noFill/>
          </a:ln>
        </p:spPr>
        <p:txBody>
          <a:bodyPr spcFirstLastPara="1" wrap="square" lIns="68575" tIns="34275" rIns="68575" bIns="34275" anchor="ctr" anchorCtr="0">
            <a:noAutofit/>
          </a:bodyPr>
          <a:lstStyle/>
          <a:p>
            <a:pPr marL="0" marR="0" lvl="0" indent="0" algn="ctr" rtl="0">
              <a:lnSpc>
                <a:spcPct val="99166"/>
              </a:lnSpc>
              <a:spcBef>
                <a:spcPts val="0"/>
              </a:spcBef>
              <a:spcAft>
                <a:spcPts val="0"/>
              </a:spcAft>
              <a:buClr>
                <a:srgbClr val="000000"/>
              </a:buClr>
              <a:buSzPts val="1800"/>
              <a:buFont typeface="Arial"/>
              <a:buNone/>
            </a:pPr>
            <a:r>
              <a:rPr lang="ja" sz="1800" b="1" i="0" u="none" strike="noStrike" cap="none" dirty="0">
                <a:solidFill>
                  <a:schemeClr val="accent2"/>
                </a:solidFill>
                <a:latin typeface="Calibri"/>
                <a:ea typeface="Calibri"/>
                <a:cs typeface="Calibri"/>
                <a:sym typeface="Calibri"/>
              </a:rPr>
              <a:t>【</a:t>
            </a:r>
            <a:r>
              <a:rPr lang="ja-JP" altLang="en-US" sz="1800" b="1" i="0" u="none" strike="noStrike" cap="none" dirty="0">
                <a:solidFill>
                  <a:schemeClr val="accent2"/>
                </a:solidFill>
                <a:latin typeface="Calibri"/>
                <a:ea typeface="Calibri"/>
                <a:cs typeface="Calibri"/>
                <a:sym typeface="Calibri"/>
              </a:rPr>
              <a:t>醗酵</a:t>
            </a:r>
            <a:r>
              <a:rPr lang="ja" sz="1800" b="1" i="0" u="none" strike="noStrike" cap="none" dirty="0">
                <a:solidFill>
                  <a:schemeClr val="accent2"/>
                </a:solidFill>
                <a:latin typeface="Calibri"/>
                <a:ea typeface="Calibri"/>
                <a:cs typeface="Calibri"/>
                <a:sym typeface="Calibri"/>
              </a:rPr>
              <a:t>】</a:t>
            </a:r>
            <a:endParaRPr sz="1500" b="1" i="0" u="none" strike="noStrike" cap="none" dirty="0">
              <a:solidFill>
                <a:schemeClr val="accent2"/>
              </a:solidFill>
              <a:latin typeface="Calibri"/>
              <a:ea typeface="Calibri"/>
              <a:cs typeface="Calibri"/>
              <a:sym typeface="Calibri"/>
            </a:endParaRPr>
          </a:p>
          <a:p>
            <a:pPr marL="0" marR="0" lvl="0" indent="0" algn="l" rtl="0">
              <a:lnSpc>
                <a:spcPct val="132222"/>
              </a:lnSpc>
              <a:spcBef>
                <a:spcPts val="0"/>
              </a:spcBef>
              <a:spcAft>
                <a:spcPts val="0"/>
              </a:spcAft>
              <a:buClr>
                <a:srgbClr val="000000"/>
              </a:buClr>
              <a:buSzPts val="1400"/>
              <a:buFont typeface="Arial"/>
              <a:buNone/>
            </a:pPr>
            <a:r>
              <a:rPr lang="ja" sz="1400" b="1" i="0" u="none" strike="noStrike" cap="none" dirty="0">
                <a:solidFill>
                  <a:schemeClr val="dk1"/>
                </a:solidFill>
                <a:latin typeface="Calibri"/>
                <a:ea typeface="Calibri"/>
                <a:cs typeface="Calibri"/>
                <a:sym typeface="Calibri"/>
              </a:rPr>
              <a:t>・</a:t>
            </a:r>
            <a:r>
              <a:rPr lang="ja-JP" altLang="en-US" sz="1400" b="1" i="0" u="none" strike="noStrike" cap="none" dirty="0">
                <a:solidFill>
                  <a:schemeClr val="dk1"/>
                </a:solidFill>
                <a:latin typeface="Calibri"/>
                <a:ea typeface="Calibri"/>
                <a:cs typeface="Calibri"/>
                <a:sym typeface="Calibri"/>
              </a:rPr>
              <a:t>醗酵</a:t>
            </a:r>
            <a:r>
              <a:rPr lang="ja" b="1" dirty="0">
                <a:solidFill>
                  <a:schemeClr val="dk1"/>
                </a:solidFill>
                <a:latin typeface="Calibri"/>
                <a:ea typeface="Calibri"/>
                <a:cs typeface="Calibri"/>
                <a:sym typeface="Calibri"/>
              </a:rPr>
              <a:t>食で腸から健康に</a:t>
            </a:r>
            <a:r>
              <a:rPr lang="ja-JP" altLang="en-US" b="1" dirty="0">
                <a:solidFill>
                  <a:schemeClr val="dk1"/>
                </a:solidFill>
                <a:latin typeface="Calibri"/>
                <a:ea typeface="Calibri"/>
                <a:cs typeface="Calibri"/>
                <a:sym typeface="Calibri"/>
              </a:rPr>
              <a:t>なる。</a:t>
            </a:r>
            <a:endParaRPr sz="1400" b="1" i="0" u="none" strike="noStrike" cap="none" dirty="0">
              <a:solidFill>
                <a:schemeClr val="dk1"/>
              </a:solidFill>
              <a:latin typeface="Calibri"/>
              <a:ea typeface="Calibri"/>
              <a:cs typeface="Calibri"/>
              <a:sym typeface="Calibri"/>
            </a:endParaRPr>
          </a:p>
          <a:p>
            <a:pPr marL="0" marR="0" lvl="0" indent="0" algn="l" rtl="0">
              <a:lnSpc>
                <a:spcPct val="132222"/>
              </a:lnSpc>
              <a:spcBef>
                <a:spcPts val="0"/>
              </a:spcBef>
              <a:spcAft>
                <a:spcPts val="0"/>
              </a:spcAft>
              <a:buClr>
                <a:srgbClr val="000000"/>
              </a:buClr>
              <a:buSzPts val="1400"/>
              <a:buFont typeface="Arial"/>
              <a:buNone/>
            </a:pPr>
            <a:r>
              <a:rPr lang="ja-JP" altLang="en-US" b="1" dirty="0">
                <a:solidFill>
                  <a:schemeClr val="dk1"/>
                </a:solidFill>
                <a:latin typeface="Calibri"/>
                <a:ea typeface="Calibri"/>
                <a:cs typeface="Calibri"/>
                <a:sym typeface="Calibri"/>
              </a:rPr>
              <a:t>醗酵</a:t>
            </a:r>
            <a:r>
              <a:rPr lang="ja-JP" altLang="en-US" sz="1400" b="1" i="0" u="none" strike="noStrike" cap="none" dirty="0">
                <a:solidFill>
                  <a:schemeClr val="dk1"/>
                </a:solidFill>
                <a:latin typeface="Calibri"/>
                <a:ea typeface="Calibri"/>
                <a:cs typeface="Calibri"/>
                <a:sym typeface="Calibri"/>
              </a:rPr>
              <a:t>実践塾であらゆる発酵の理論と実践を学ぶ。</a:t>
            </a:r>
            <a:r>
              <a:rPr lang="ja" b="1" dirty="0">
                <a:solidFill>
                  <a:schemeClr val="dk1"/>
                </a:solidFill>
                <a:latin typeface="Calibri"/>
                <a:ea typeface="Calibri"/>
                <a:cs typeface="Calibri"/>
                <a:sym typeface="Calibri"/>
              </a:rPr>
              <a:t>食の安心安全</a:t>
            </a:r>
            <a:r>
              <a:rPr lang="ja-JP" altLang="en-US" b="1" dirty="0">
                <a:solidFill>
                  <a:schemeClr val="dk1"/>
                </a:solidFill>
                <a:latin typeface="Calibri"/>
                <a:ea typeface="Calibri"/>
                <a:cs typeface="Calibri"/>
                <a:sym typeface="Calibri"/>
              </a:rPr>
              <a:t>、食の</a:t>
            </a:r>
            <a:r>
              <a:rPr lang="ja" b="1" dirty="0">
                <a:solidFill>
                  <a:schemeClr val="dk1"/>
                </a:solidFill>
                <a:latin typeface="Calibri"/>
                <a:ea typeface="Calibri"/>
                <a:cs typeface="Calibri"/>
                <a:sym typeface="Calibri"/>
              </a:rPr>
              <a:t>保存、備蓄</a:t>
            </a:r>
            <a:r>
              <a:rPr lang="ja-JP" altLang="en-US" b="1" dirty="0">
                <a:solidFill>
                  <a:schemeClr val="dk1"/>
                </a:solidFill>
                <a:latin typeface="Calibri"/>
                <a:ea typeface="Calibri"/>
                <a:cs typeface="Calibri"/>
                <a:sym typeface="Calibri"/>
              </a:rPr>
              <a:t>を学び伝承する。</a:t>
            </a:r>
            <a:endParaRPr sz="1400" b="1" i="0" u="none" strike="noStrike" cap="none" dirty="0">
              <a:solidFill>
                <a:schemeClr val="dk1"/>
              </a:solidFill>
              <a:latin typeface="Calibri"/>
              <a:ea typeface="Calibri"/>
              <a:cs typeface="Calibri"/>
              <a:sym typeface="Calibri"/>
            </a:endParaRPr>
          </a:p>
          <a:p>
            <a:pPr marL="0" marR="0" lvl="0" indent="0" algn="l" rtl="0">
              <a:lnSpc>
                <a:spcPct val="132222"/>
              </a:lnSpc>
              <a:spcBef>
                <a:spcPts val="0"/>
              </a:spcBef>
              <a:spcAft>
                <a:spcPts val="0"/>
              </a:spcAft>
              <a:buClr>
                <a:srgbClr val="000000"/>
              </a:buClr>
              <a:buSzPts val="1400"/>
              <a:buFont typeface="Arial"/>
              <a:buNone/>
            </a:pPr>
            <a:r>
              <a:rPr lang="ja" sz="1400" b="1" i="0" u="none" strike="noStrike" cap="none" dirty="0">
                <a:solidFill>
                  <a:schemeClr val="dk1"/>
                </a:solidFill>
                <a:latin typeface="Calibri"/>
                <a:ea typeface="Calibri"/>
                <a:cs typeface="Calibri"/>
                <a:sym typeface="Calibri"/>
              </a:rPr>
              <a:t>・</a:t>
            </a:r>
            <a:r>
              <a:rPr lang="ja" b="1" dirty="0">
                <a:solidFill>
                  <a:schemeClr val="dk1"/>
                </a:solidFill>
                <a:latin typeface="Calibri"/>
                <a:ea typeface="Calibri"/>
                <a:cs typeface="Calibri"/>
                <a:sym typeface="Calibri"/>
              </a:rPr>
              <a:t>発酵調味料で</a:t>
            </a:r>
            <a:r>
              <a:rPr lang="ja-JP" altLang="en-US" b="1" dirty="0">
                <a:solidFill>
                  <a:schemeClr val="dk1"/>
                </a:solidFill>
                <a:latin typeface="Calibri"/>
                <a:ea typeface="Calibri"/>
                <a:cs typeface="Calibri"/>
                <a:sym typeface="Calibri"/>
              </a:rPr>
              <a:t>の調理を楽しむ。</a:t>
            </a:r>
            <a:endParaRPr sz="1800" b="1" i="0" u="none" strike="noStrike" cap="none" dirty="0">
              <a:solidFill>
                <a:schemeClr val="dk1"/>
              </a:solidFill>
              <a:latin typeface="Calibri"/>
              <a:ea typeface="Calibri"/>
              <a:cs typeface="Calibri"/>
              <a:sym typeface="Calibri"/>
            </a:endParaRPr>
          </a:p>
          <a:p>
            <a:pPr marL="0" marR="0" lvl="0" indent="0" algn="ctr" rtl="0">
              <a:lnSpc>
                <a:spcPct val="99166"/>
              </a:lnSpc>
              <a:spcBef>
                <a:spcPts val="0"/>
              </a:spcBef>
              <a:spcAft>
                <a:spcPts val="0"/>
              </a:spcAft>
              <a:buClr>
                <a:srgbClr val="000000"/>
              </a:buClr>
              <a:buSzPts val="1800"/>
              <a:buFont typeface="Arial"/>
              <a:buNone/>
            </a:pPr>
            <a:r>
              <a:rPr lang="ja" sz="1800" b="1" i="0" u="none" strike="noStrike" cap="none" dirty="0">
                <a:solidFill>
                  <a:schemeClr val="accent2"/>
                </a:solidFill>
                <a:latin typeface="Calibri"/>
                <a:ea typeface="Calibri"/>
                <a:cs typeface="Calibri"/>
                <a:sym typeface="Calibri"/>
              </a:rPr>
              <a:t>【　</a:t>
            </a:r>
            <a:r>
              <a:rPr lang="ja" sz="1800" b="1" dirty="0">
                <a:solidFill>
                  <a:schemeClr val="accent2"/>
                </a:solidFill>
                <a:latin typeface="Calibri"/>
                <a:ea typeface="Calibri"/>
                <a:cs typeface="Calibri"/>
                <a:sym typeface="Calibri"/>
              </a:rPr>
              <a:t>天給自足　</a:t>
            </a:r>
            <a:r>
              <a:rPr lang="ja" sz="1800" b="1" i="0" u="none" strike="noStrike" cap="none" dirty="0">
                <a:solidFill>
                  <a:schemeClr val="accent2"/>
                </a:solidFill>
                <a:latin typeface="Calibri"/>
                <a:ea typeface="Calibri"/>
                <a:cs typeface="Calibri"/>
                <a:sym typeface="Calibri"/>
              </a:rPr>
              <a:t>】</a:t>
            </a:r>
            <a:endParaRPr sz="1100" b="0" i="0" u="none" strike="noStrike" cap="none" dirty="0">
              <a:solidFill>
                <a:srgbClr val="000000"/>
              </a:solidFill>
              <a:latin typeface="Arial"/>
              <a:ea typeface="Arial"/>
              <a:cs typeface="Arial"/>
              <a:sym typeface="Arial"/>
            </a:endParaRPr>
          </a:p>
          <a:p>
            <a:pPr marL="0" marR="0" lvl="0" indent="0" algn="l" rtl="0">
              <a:lnSpc>
                <a:spcPct val="132222"/>
              </a:lnSpc>
              <a:spcBef>
                <a:spcPts val="0"/>
              </a:spcBef>
              <a:spcAft>
                <a:spcPts val="0"/>
              </a:spcAft>
              <a:buClr>
                <a:srgbClr val="000000"/>
              </a:buClr>
              <a:buSzPts val="1400"/>
              <a:buFont typeface="Arial"/>
              <a:buNone/>
            </a:pPr>
            <a:r>
              <a:rPr lang="ja" sz="1400" b="1" i="0" u="none" strike="noStrike" cap="none" dirty="0">
                <a:solidFill>
                  <a:schemeClr val="dk1"/>
                </a:solidFill>
                <a:latin typeface="Calibri"/>
                <a:ea typeface="Calibri"/>
                <a:cs typeface="Calibri"/>
                <a:sym typeface="Calibri"/>
              </a:rPr>
              <a:t>・</a:t>
            </a:r>
            <a:r>
              <a:rPr lang="ja" b="1" dirty="0">
                <a:solidFill>
                  <a:schemeClr val="dk1"/>
                </a:solidFill>
                <a:latin typeface="Calibri"/>
                <a:ea typeface="Calibri"/>
                <a:cs typeface="Calibri"/>
                <a:sym typeface="Calibri"/>
              </a:rPr>
              <a:t>陸稲、野菜を作りをスタート</a:t>
            </a:r>
            <a:r>
              <a:rPr lang="ja-JP" altLang="en-US" b="1" dirty="0">
                <a:solidFill>
                  <a:schemeClr val="dk1"/>
                </a:solidFill>
                <a:latin typeface="Calibri"/>
                <a:ea typeface="Calibri"/>
                <a:cs typeface="Calibri"/>
                <a:sym typeface="Calibri"/>
              </a:rPr>
              <a:t>し、</a:t>
            </a:r>
            <a:r>
              <a:rPr lang="ja" b="1" dirty="0">
                <a:solidFill>
                  <a:schemeClr val="dk1"/>
                </a:solidFill>
                <a:latin typeface="Calibri"/>
                <a:ea typeface="Calibri"/>
                <a:cs typeface="Calibri"/>
                <a:sym typeface="Calibri"/>
              </a:rPr>
              <a:t>季節の恵み（きのこ、山菜</a:t>
            </a:r>
            <a:r>
              <a:rPr lang="ja-JP" altLang="en-US" b="1" dirty="0">
                <a:solidFill>
                  <a:schemeClr val="dk1"/>
                </a:solidFill>
                <a:latin typeface="Calibri"/>
                <a:ea typeface="Calibri"/>
                <a:cs typeface="Calibri"/>
                <a:sym typeface="Calibri"/>
              </a:rPr>
              <a:t>、野草）を学び自然に対する畏敬の念を伝承する。</a:t>
            </a:r>
            <a:endParaRPr lang="ja" sz="1400" b="1" i="0" u="none" strike="noStrike" cap="none" dirty="0">
              <a:solidFill>
                <a:schemeClr val="dk1"/>
              </a:solidFill>
              <a:latin typeface="Calibri"/>
              <a:ea typeface="Calibri"/>
              <a:cs typeface="Calibri"/>
            </a:endParaRPr>
          </a:p>
          <a:p>
            <a:pPr marL="0" marR="0" lvl="0" indent="0" algn="l" rtl="0">
              <a:lnSpc>
                <a:spcPct val="132222"/>
              </a:lnSpc>
              <a:spcBef>
                <a:spcPts val="0"/>
              </a:spcBef>
              <a:spcAft>
                <a:spcPts val="0"/>
              </a:spcAft>
              <a:buClr>
                <a:srgbClr val="000000"/>
              </a:buClr>
              <a:buSzPts val="1400"/>
              <a:buFont typeface="Arial"/>
              <a:buNone/>
            </a:pPr>
            <a:r>
              <a:rPr lang="ja" sz="1400" b="1" i="0" u="none" strike="noStrike" cap="none" dirty="0">
                <a:solidFill>
                  <a:schemeClr val="dk1"/>
                </a:solidFill>
                <a:latin typeface="Calibri"/>
                <a:ea typeface="Calibri"/>
                <a:cs typeface="Calibri"/>
                <a:sym typeface="Calibri"/>
              </a:rPr>
              <a:t>・</a:t>
            </a:r>
            <a:r>
              <a:rPr lang="ja" b="1" dirty="0">
                <a:solidFill>
                  <a:schemeClr val="dk1"/>
                </a:solidFill>
                <a:latin typeface="Calibri"/>
                <a:ea typeface="Calibri"/>
                <a:cs typeface="Calibri"/>
                <a:sym typeface="Calibri"/>
              </a:rPr>
              <a:t>玄米パンや</a:t>
            </a:r>
            <a:r>
              <a:rPr lang="ja-JP" altLang="en-US" b="1" dirty="0">
                <a:solidFill>
                  <a:schemeClr val="dk1"/>
                </a:solidFill>
                <a:latin typeface="Calibri"/>
                <a:ea typeface="Calibri"/>
                <a:cs typeface="Calibri"/>
                <a:sym typeface="Calibri"/>
              </a:rPr>
              <a:t>お米</a:t>
            </a:r>
            <a:r>
              <a:rPr lang="ja" b="1" dirty="0">
                <a:solidFill>
                  <a:schemeClr val="dk1"/>
                </a:solidFill>
                <a:latin typeface="Calibri"/>
                <a:ea typeface="Calibri"/>
                <a:cs typeface="Calibri"/>
                <a:sym typeface="Calibri"/>
              </a:rPr>
              <a:t>のお菓子</a:t>
            </a:r>
            <a:r>
              <a:rPr lang="ja-JP" altLang="en-US" b="1" dirty="0">
                <a:solidFill>
                  <a:schemeClr val="dk1"/>
                </a:solidFill>
                <a:latin typeface="Calibri"/>
                <a:ea typeface="Calibri"/>
                <a:cs typeface="Calibri"/>
                <a:sym typeface="Calibri"/>
              </a:rPr>
              <a:t>を作り　　　　加工する楽しさ伝をえる。</a:t>
            </a:r>
            <a:endParaRPr lang="en-US" altLang="ja-JP" b="1" dirty="0">
              <a:solidFill>
                <a:schemeClr val="dk1"/>
              </a:solidFill>
              <a:latin typeface="Calibri"/>
              <a:ea typeface="Calibri"/>
              <a:cs typeface="Calibri"/>
              <a:sym typeface="Calibri"/>
            </a:endParaRPr>
          </a:p>
        </p:txBody>
      </p:sp>
      <p:sp>
        <p:nvSpPr>
          <p:cNvPr id="119" name="Google Shape;119;p21"/>
          <p:cNvSpPr txBox="1"/>
          <p:nvPr/>
        </p:nvSpPr>
        <p:spPr>
          <a:xfrm>
            <a:off x="939800" y="150009"/>
            <a:ext cx="7391400" cy="438551"/>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altLang="en-US" sz="2400" b="1" dirty="0">
                <a:solidFill>
                  <a:srgbClr val="3F3F3F"/>
                </a:solidFill>
                <a:latin typeface="Calibri"/>
                <a:ea typeface="Calibri"/>
                <a:cs typeface="Calibri"/>
                <a:sym typeface="Calibri"/>
              </a:rPr>
              <a:t>天給自足実践塾</a:t>
            </a:r>
            <a:r>
              <a:rPr lang="ja-JP" altLang="en-US" sz="2400" b="1" i="0" u="none" strike="noStrike" cap="none" dirty="0">
                <a:solidFill>
                  <a:srgbClr val="3F3F3F"/>
                </a:solidFill>
                <a:latin typeface="Calibri"/>
                <a:ea typeface="Calibri"/>
                <a:cs typeface="Calibri"/>
                <a:sym typeface="Calibri"/>
              </a:rPr>
              <a:t>を受けると、どんな変化があるの？</a:t>
            </a:r>
            <a:endParaRPr lang="ja-JP" altLang="en-US" sz="2400" b="0" i="0" u="none" strike="noStrike" cap="none" dirty="0">
              <a:solidFill>
                <a:srgbClr val="000000"/>
              </a:solidFill>
              <a:latin typeface="Arial"/>
              <a:ea typeface="Arial"/>
              <a:cs typeface="Arial"/>
              <a:sym typeface="Arial"/>
            </a:endParaRPr>
          </a:p>
        </p:txBody>
      </p:sp>
      <p:sp>
        <p:nvSpPr>
          <p:cNvPr id="120" name="Google Shape;120;p21"/>
          <p:cNvSpPr/>
          <p:nvPr/>
        </p:nvSpPr>
        <p:spPr>
          <a:xfrm>
            <a:off x="3739328" y="3038424"/>
            <a:ext cx="2377200" cy="2000957"/>
          </a:xfrm>
          <a:prstGeom prst="ellipse">
            <a:avLst/>
          </a:prstGeom>
          <a:solidFill>
            <a:srgbClr val="FFD96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1" name="Google Shape;121;p21"/>
          <p:cNvSpPr txBox="1"/>
          <p:nvPr/>
        </p:nvSpPr>
        <p:spPr>
          <a:xfrm>
            <a:off x="3602935" y="2058195"/>
            <a:ext cx="2348700" cy="238500"/>
          </a:xfrm>
          <a:prstGeom prst="rect">
            <a:avLst/>
          </a:prstGeom>
          <a:noFill/>
          <a:ln>
            <a:noFill/>
          </a:ln>
        </p:spPr>
        <p:txBody>
          <a:bodyPr spcFirstLastPara="1" wrap="square" lIns="68575" tIns="34275" rIns="68575" bIns="34275" anchor="t" anchorCtr="0">
            <a:spAutoFit/>
          </a:bodyPr>
          <a:lstStyle/>
          <a:p>
            <a:pPr marL="0" marR="0" lvl="0" indent="0" algn="l" rtl="0">
              <a:lnSpc>
                <a:spcPct val="148333"/>
              </a:lnSpc>
              <a:spcBef>
                <a:spcPts val="0"/>
              </a:spcBef>
              <a:spcAft>
                <a:spcPts val="0"/>
              </a:spcAft>
              <a:buClr>
                <a:srgbClr val="000000"/>
              </a:buClr>
              <a:buSzPts val="1800"/>
              <a:buFont typeface="Arial"/>
              <a:buNone/>
            </a:pPr>
            <a:endParaRPr sz="1100" b="0" i="0" u="none" strike="noStrike" cap="none">
              <a:solidFill>
                <a:srgbClr val="000000"/>
              </a:solidFill>
              <a:latin typeface="Arial"/>
              <a:ea typeface="Arial"/>
              <a:cs typeface="Arial"/>
              <a:sym typeface="Arial"/>
            </a:endParaRPr>
          </a:p>
        </p:txBody>
      </p:sp>
      <p:sp>
        <p:nvSpPr>
          <p:cNvPr id="122" name="Google Shape;122;p21"/>
          <p:cNvSpPr/>
          <p:nvPr/>
        </p:nvSpPr>
        <p:spPr>
          <a:xfrm>
            <a:off x="3712028" y="1459167"/>
            <a:ext cx="2404500" cy="1398669"/>
          </a:xfrm>
          <a:prstGeom prst="ellipse">
            <a:avLst/>
          </a:prstGeom>
          <a:solidFill>
            <a:srgbClr val="FFD96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3" name="Google Shape;123;p21"/>
          <p:cNvSpPr txBox="1"/>
          <p:nvPr/>
        </p:nvSpPr>
        <p:spPr>
          <a:xfrm>
            <a:off x="3782593" y="1703426"/>
            <a:ext cx="2155174" cy="889187"/>
          </a:xfrm>
          <a:prstGeom prst="rect">
            <a:avLst/>
          </a:prstGeom>
          <a:noFill/>
          <a:ln>
            <a:noFill/>
          </a:ln>
        </p:spPr>
        <p:txBody>
          <a:bodyPr spcFirstLastPara="1" wrap="square" lIns="68575" tIns="34275" rIns="68575" bIns="34275" anchor="t" anchorCtr="0">
            <a:spAutoFit/>
          </a:bodyPr>
          <a:lstStyle/>
          <a:p>
            <a:pPr marL="0" marR="0" lvl="0" indent="0" algn="ctr" rtl="0">
              <a:lnSpc>
                <a:spcPct val="148333"/>
              </a:lnSpc>
              <a:spcBef>
                <a:spcPts val="0"/>
              </a:spcBef>
              <a:spcAft>
                <a:spcPts val="0"/>
              </a:spcAft>
              <a:buClr>
                <a:srgbClr val="000000"/>
              </a:buClr>
              <a:buSzPts val="1800"/>
              <a:buFont typeface="Arial"/>
              <a:buNone/>
            </a:pPr>
            <a:r>
              <a:rPr lang="ja-JP" altLang="en-US" sz="1800" b="1" dirty="0">
                <a:solidFill>
                  <a:srgbClr val="002060"/>
                </a:solidFill>
                <a:latin typeface="Calibri"/>
                <a:ea typeface="Calibri"/>
                <a:cs typeface="Calibri"/>
                <a:sym typeface="Calibri"/>
              </a:rPr>
              <a:t>醗酵</a:t>
            </a:r>
            <a:r>
              <a:rPr lang="ja" sz="1800" b="1">
                <a:solidFill>
                  <a:srgbClr val="002060"/>
                </a:solidFill>
                <a:latin typeface="Calibri"/>
                <a:ea typeface="Calibri"/>
                <a:cs typeface="Calibri"/>
                <a:sym typeface="Calibri"/>
              </a:rPr>
              <a:t>実戦塾</a:t>
            </a:r>
            <a:endParaRPr sz="1800" b="1" i="0" u="none" strike="noStrike" cap="none">
              <a:solidFill>
                <a:srgbClr val="002060"/>
              </a:solidFill>
              <a:latin typeface="Calibri"/>
              <a:ea typeface="Calibri"/>
              <a:cs typeface="Calibri"/>
              <a:sym typeface="Calibri"/>
            </a:endParaRPr>
          </a:p>
          <a:p>
            <a:pPr marL="0" marR="0" lvl="0" indent="0" algn="ctr" rtl="0">
              <a:lnSpc>
                <a:spcPct val="148333"/>
              </a:lnSpc>
              <a:spcBef>
                <a:spcPts val="0"/>
              </a:spcBef>
              <a:spcAft>
                <a:spcPts val="0"/>
              </a:spcAft>
              <a:buClr>
                <a:srgbClr val="000000"/>
              </a:buClr>
              <a:buSzPts val="1800"/>
              <a:buFont typeface="Arial"/>
              <a:buNone/>
            </a:pPr>
            <a:r>
              <a:rPr lang="ja-JP" altLang="en-US" sz="1800" b="1" i="0" u="none" strike="noStrike" cap="none" dirty="0">
                <a:solidFill>
                  <a:srgbClr val="000000"/>
                </a:solidFill>
                <a:latin typeface="Arial"/>
                <a:ea typeface="Arial"/>
                <a:cs typeface="Arial"/>
                <a:sym typeface="Arial"/>
              </a:rPr>
              <a:t>一生モノのスキル</a:t>
            </a:r>
          </a:p>
        </p:txBody>
      </p:sp>
      <p:sp>
        <p:nvSpPr>
          <p:cNvPr id="124" name="Google Shape;124;p21"/>
          <p:cNvSpPr txBox="1"/>
          <p:nvPr/>
        </p:nvSpPr>
        <p:spPr>
          <a:xfrm>
            <a:off x="3090270" y="3182325"/>
            <a:ext cx="3418623" cy="1709156"/>
          </a:xfrm>
          <a:prstGeom prst="rect">
            <a:avLst/>
          </a:prstGeom>
          <a:noFill/>
          <a:ln>
            <a:noFill/>
          </a:ln>
        </p:spPr>
        <p:txBody>
          <a:bodyPr spcFirstLastPara="1" wrap="square" lIns="68575" tIns="34275" rIns="68575" bIns="34275" anchor="t" anchorCtr="0">
            <a:spAutoFit/>
          </a:bodyPr>
          <a:lstStyle/>
          <a:p>
            <a:pPr algn="ctr">
              <a:lnSpc>
                <a:spcPct val="148333"/>
              </a:lnSpc>
              <a:buSzPts val="1800"/>
            </a:pPr>
            <a:r>
              <a:rPr lang="ja-JP" altLang="en-US" sz="1800" b="1" dirty="0">
                <a:solidFill>
                  <a:srgbClr val="002060"/>
                </a:solidFill>
                <a:latin typeface="Calibri"/>
                <a:ea typeface="Calibri"/>
                <a:cs typeface="Calibri"/>
                <a:sym typeface="Calibri"/>
              </a:rPr>
              <a:t>　</a:t>
            </a:r>
            <a:r>
              <a:rPr lang="ja" altLang="en-US" sz="1800" b="1" dirty="0">
                <a:solidFill>
                  <a:srgbClr val="002060"/>
                </a:solidFill>
                <a:latin typeface="Calibri"/>
                <a:ea typeface="Calibri"/>
                <a:cs typeface="Calibri"/>
                <a:sym typeface="Calibri"/>
              </a:rPr>
              <a:t>　</a:t>
            </a:r>
            <a:r>
              <a:rPr lang="ja" sz="1800" b="1">
                <a:solidFill>
                  <a:srgbClr val="002060"/>
                </a:solidFill>
                <a:latin typeface="Calibri"/>
                <a:ea typeface="Calibri"/>
                <a:cs typeface="Calibri"/>
                <a:sym typeface="Calibri"/>
              </a:rPr>
              <a:t>天給自足</a:t>
            </a:r>
            <a:endParaRPr lang="ja-JP" altLang="en-US" sz="1800" b="1" dirty="0">
              <a:solidFill>
                <a:srgbClr val="002060"/>
              </a:solidFill>
              <a:latin typeface="Calibri"/>
              <a:ea typeface="Calibri"/>
              <a:cs typeface="Calibri"/>
              <a:sym typeface="Calibri"/>
            </a:endParaRPr>
          </a:p>
          <a:p>
            <a:pPr>
              <a:lnSpc>
                <a:spcPct val="148333"/>
              </a:lnSpc>
              <a:buSzPts val="1800"/>
            </a:pPr>
            <a:r>
              <a:rPr lang="ja" sz="1800" b="1">
                <a:solidFill>
                  <a:srgbClr val="002060"/>
                </a:solidFill>
                <a:latin typeface="Calibri"/>
                <a:ea typeface="Calibri"/>
                <a:cs typeface="Calibri"/>
                <a:sym typeface="Calibri"/>
              </a:rPr>
              <a:t>　　</a:t>
            </a:r>
            <a:r>
              <a:rPr lang="ja" altLang="en-US" sz="1800" b="1" dirty="0">
                <a:solidFill>
                  <a:srgbClr val="002060"/>
                </a:solidFill>
                <a:latin typeface="Calibri"/>
                <a:ea typeface="Calibri"/>
                <a:cs typeface="Calibri"/>
                <a:sym typeface="Calibri"/>
              </a:rPr>
              <a:t>　</a:t>
            </a:r>
            <a:r>
              <a:rPr lang="ja" sz="1800" b="1">
                <a:solidFill>
                  <a:srgbClr val="002060"/>
                </a:solidFill>
                <a:latin typeface="Calibri"/>
                <a:ea typeface="Calibri"/>
                <a:cs typeface="Calibri"/>
                <a:sym typeface="Calibri"/>
              </a:rPr>
              <a:t>季節の恵みを</a:t>
            </a:r>
            <a:r>
              <a:rPr lang="ja-JP" altLang="en-US" sz="1800" b="1" dirty="0">
                <a:solidFill>
                  <a:srgbClr val="002060"/>
                </a:solidFill>
                <a:latin typeface="Calibri"/>
                <a:ea typeface="Calibri"/>
                <a:cs typeface="Calibri"/>
                <a:sym typeface="Calibri"/>
              </a:rPr>
              <a:t>活かす</a:t>
            </a:r>
            <a:endParaRPr lang="ja-JP" altLang="en-US" sz="1800" b="1" dirty="0">
              <a:solidFill>
                <a:srgbClr val="002060"/>
              </a:solidFill>
              <a:latin typeface="Calibri"/>
              <a:ea typeface="Calibri"/>
              <a:cs typeface="Calibri"/>
            </a:endParaRPr>
          </a:p>
          <a:p>
            <a:pPr>
              <a:lnSpc>
                <a:spcPct val="148333"/>
              </a:lnSpc>
              <a:buSzPts val="1800"/>
            </a:pPr>
            <a:r>
              <a:rPr lang="ja-JP" altLang="en-US" sz="1800" b="1" dirty="0">
                <a:solidFill>
                  <a:srgbClr val="002060"/>
                </a:solidFill>
                <a:latin typeface="Calibri"/>
                <a:ea typeface="Calibri"/>
                <a:cs typeface="Calibri"/>
                <a:sym typeface="Calibri"/>
              </a:rPr>
              <a:t>　　　</a:t>
            </a:r>
            <a:r>
              <a:rPr lang="ja-JP" altLang="en-US" sz="1600" b="1" dirty="0">
                <a:solidFill>
                  <a:srgbClr val="002060"/>
                </a:solidFill>
                <a:latin typeface="Calibri"/>
                <a:ea typeface="Calibri"/>
                <a:cs typeface="Calibri"/>
                <a:sym typeface="Calibri"/>
              </a:rPr>
              <a:t>　</a:t>
            </a:r>
            <a:r>
              <a:rPr lang="ja-JP" altLang="en-US" sz="1800" b="1" dirty="0">
                <a:solidFill>
                  <a:srgbClr val="002060"/>
                </a:solidFill>
                <a:latin typeface="Calibri"/>
                <a:ea typeface="Calibri"/>
                <a:cs typeface="Calibri"/>
                <a:sym typeface="Calibri"/>
              </a:rPr>
              <a:t>一生モノのスキル</a:t>
            </a:r>
          </a:p>
          <a:p>
            <a:pPr>
              <a:lnSpc>
                <a:spcPct val="148333"/>
              </a:lnSpc>
              <a:buSzPts val="1800"/>
            </a:pPr>
            <a:r>
              <a:rPr lang="ja-JP" altLang="en-US" sz="1800" b="1" dirty="0">
                <a:solidFill>
                  <a:srgbClr val="002060"/>
                </a:solidFill>
                <a:latin typeface="Calibri"/>
                <a:ea typeface="Calibri"/>
                <a:cs typeface="Calibri"/>
                <a:sym typeface="Calibri"/>
              </a:rPr>
              <a:t>　　　　　を伝えてゆく</a:t>
            </a:r>
            <a:endParaRPr lang="ja-JP" altLang="en-US" sz="1800" b="1" dirty="0">
              <a:solidFill>
                <a:srgbClr val="002060"/>
              </a:solidFill>
              <a:latin typeface="Calibri"/>
              <a:ea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2"/>
          <p:cNvSpPr txBox="1"/>
          <p:nvPr/>
        </p:nvSpPr>
        <p:spPr>
          <a:xfrm>
            <a:off x="555175" y="525507"/>
            <a:ext cx="7662300" cy="484800"/>
          </a:xfrm>
          <a:prstGeom prst="rect">
            <a:avLst/>
          </a:prstGeom>
          <a:noFill/>
          <a:ln>
            <a:noFill/>
          </a:ln>
        </p:spPr>
        <p:txBody>
          <a:bodyPr spcFirstLastPara="1" wrap="square" lIns="68575" tIns="34275" rIns="68575" bIns="34275" anchor="t" anchorCtr="0">
            <a:spAutoFit/>
          </a:bodyPr>
          <a:lstStyle/>
          <a:p>
            <a:pPr marL="0" marR="0" lvl="0" indent="0" algn="ctr" rtl="0">
              <a:lnSpc>
                <a:spcPct val="115000"/>
              </a:lnSpc>
              <a:spcBef>
                <a:spcPts val="0"/>
              </a:spcBef>
              <a:spcAft>
                <a:spcPts val="0"/>
              </a:spcAft>
              <a:buClr>
                <a:schemeClr val="dk1"/>
              </a:buClr>
              <a:buSzPts val="800"/>
              <a:buFont typeface="Arial"/>
              <a:buNone/>
            </a:pPr>
            <a:r>
              <a:rPr lang="ja" sz="2700" b="1">
                <a:solidFill>
                  <a:srgbClr val="3F3F3F"/>
                </a:solidFill>
                <a:latin typeface="Calibri"/>
                <a:ea typeface="Calibri"/>
                <a:cs typeface="Calibri"/>
                <a:sym typeface="Calibri"/>
              </a:rPr>
              <a:t>天給自足</a:t>
            </a:r>
            <a:r>
              <a:rPr lang="ja" sz="2700" b="1" i="0" u="none" strike="noStrike" cap="none">
                <a:solidFill>
                  <a:srgbClr val="3F3F3F"/>
                </a:solidFill>
                <a:latin typeface="Calibri"/>
                <a:ea typeface="Calibri"/>
                <a:cs typeface="Calibri"/>
                <a:sym typeface="Calibri"/>
              </a:rPr>
              <a:t>がうまくいかない２つの要因</a:t>
            </a:r>
            <a:endParaRPr sz="1800" b="1" i="0" u="none" strike="noStrike" cap="none">
              <a:solidFill>
                <a:srgbClr val="3F3F3F"/>
              </a:solidFill>
              <a:latin typeface="Calibri"/>
              <a:ea typeface="Calibri"/>
              <a:cs typeface="Calibri"/>
              <a:sym typeface="Calibri"/>
            </a:endParaRPr>
          </a:p>
        </p:txBody>
      </p:sp>
      <p:grpSp>
        <p:nvGrpSpPr>
          <p:cNvPr id="130" name="Google Shape;130;p22"/>
          <p:cNvGrpSpPr/>
          <p:nvPr/>
        </p:nvGrpSpPr>
        <p:grpSpPr>
          <a:xfrm rot="2863424">
            <a:off x="4142679" y="2142197"/>
            <a:ext cx="858775" cy="858775"/>
            <a:chOff x="924619" y="2136742"/>
            <a:chExt cx="1145100" cy="1145100"/>
          </a:xfrm>
        </p:grpSpPr>
        <p:sp>
          <p:nvSpPr>
            <p:cNvPr id="131" name="Google Shape;131;p22"/>
            <p:cNvSpPr/>
            <p:nvPr/>
          </p:nvSpPr>
          <p:spPr>
            <a:xfrm>
              <a:off x="924619" y="2136742"/>
              <a:ext cx="1145100" cy="1145100"/>
            </a:xfrm>
            <a:prstGeom prst="mathPlus">
              <a:avLst>
                <a:gd name="adj1" fmla="val 23520"/>
              </a:avLst>
            </a:prstGeom>
            <a:solidFill>
              <a:srgbClr val="ABBADE"/>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endParaRPr sz="1100" b="0" i="0" u="none" strike="noStrike" cap="none">
                <a:solidFill>
                  <a:schemeClr val="lt1"/>
                </a:solidFill>
                <a:latin typeface="Arial"/>
                <a:ea typeface="Arial"/>
                <a:cs typeface="Arial"/>
                <a:sym typeface="Arial"/>
              </a:endParaRPr>
            </a:p>
          </p:txBody>
        </p:sp>
        <p:sp>
          <p:nvSpPr>
            <p:cNvPr id="132" name="Google Shape;132;p22"/>
            <p:cNvSpPr/>
            <p:nvPr/>
          </p:nvSpPr>
          <p:spPr>
            <a:xfrm>
              <a:off x="1076413" y="2574660"/>
              <a:ext cx="841500" cy="2694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200" b="0" i="0" u="none" strike="noStrike" cap="none">
                <a:solidFill>
                  <a:schemeClr val="lt1"/>
                </a:solidFill>
                <a:latin typeface="Arial"/>
                <a:ea typeface="Arial"/>
                <a:cs typeface="Arial"/>
                <a:sym typeface="Arial"/>
              </a:endParaRPr>
            </a:p>
          </p:txBody>
        </p:sp>
      </p:grpSp>
      <p:sp>
        <p:nvSpPr>
          <p:cNvPr id="133" name="Google Shape;133;p22"/>
          <p:cNvSpPr/>
          <p:nvPr/>
        </p:nvSpPr>
        <p:spPr>
          <a:xfrm>
            <a:off x="794655" y="1506334"/>
            <a:ext cx="3330506" cy="2286300"/>
          </a:xfrm>
          <a:prstGeom prst="ellipse">
            <a:avLst/>
          </a:prstGeom>
          <a:gradFill>
            <a:gsLst>
              <a:gs pos="0">
                <a:srgbClr val="F5F7FC">
                  <a:alpha val="0"/>
                </a:srgbClr>
              </a:gs>
              <a:gs pos="38000">
                <a:srgbClr val="F5F7FC">
                  <a:alpha val="0"/>
                </a:srgbClr>
              </a:gs>
              <a:gs pos="100000">
                <a:srgbClr val="00B0F0"/>
              </a:gs>
            </a:gsLst>
            <a:path path="circle">
              <a:fillToRect l="50000" t="50000" r="50000" b="50000"/>
            </a:path>
            <a:tileRect/>
          </a:gradFill>
          <a:ln>
            <a:noFill/>
          </a:ln>
        </p:spPr>
        <p:txBody>
          <a:bodyPr spcFirstLastPara="1" wrap="square" lIns="68575" tIns="34275" rIns="68575" bIns="34275" anchor="ctr" anchorCtr="0">
            <a:noAutofit/>
          </a:bodyPr>
          <a:lstStyle/>
          <a:p>
            <a:pPr lvl="0" algn="ctr"/>
            <a:r>
              <a:rPr lang="ja-JP" altLang="en-US" sz="2400" b="1" dirty="0"/>
              <a:t>経験が少ない又は理論の学び</a:t>
            </a:r>
            <a:endParaRPr lang="en-US" altLang="ja-JP" sz="2400" b="1" dirty="0"/>
          </a:p>
          <a:p>
            <a:pPr lvl="0" algn="ctr"/>
            <a:r>
              <a:rPr lang="ja-JP" altLang="en-US" sz="2400" b="1" dirty="0"/>
              <a:t>実践経験が少ない</a:t>
            </a:r>
            <a:endParaRPr sz="2400" b="1" i="0" u="none" strike="noStrike" cap="none" dirty="0">
              <a:solidFill>
                <a:srgbClr val="3F3F3F"/>
              </a:solidFill>
              <a:sym typeface="Arial"/>
            </a:endParaRPr>
          </a:p>
        </p:txBody>
      </p:sp>
      <p:sp>
        <p:nvSpPr>
          <p:cNvPr id="134" name="Google Shape;134;p22"/>
          <p:cNvSpPr/>
          <p:nvPr/>
        </p:nvSpPr>
        <p:spPr>
          <a:xfrm>
            <a:off x="5018840" y="1428584"/>
            <a:ext cx="3572710" cy="2286300"/>
          </a:xfrm>
          <a:prstGeom prst="ellipse">
            <a:avLst/>
          </a:prstGeom>
          <a:gradFill>
            <a:gsLst>
              <a:gs pos="0">
                <a:srgbClr val="F5F7FC">
                  <a:alpha val="0"/>
                </a:srgbClr>
              </a:gs>
              <a:gs pos="38000">
                <a:srgbClr val="F5F7FC">
                  <a:alpha val="0"/>
                </a:srgbClr>
              </a:gs>
              <a:gs pos="100000">
                <a:srgbClr val="00B0F0"/>
              </a:gs>
            </a:gsLst>
            <a:path path="circle">
              <a:fillToRect l="50000" t="50000" r="50000" b="50000"/>
            </a:path>
            <a:tileRect/>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r>
              <a:rPr lang="ja" sz="2400" b="1" dirty="0">
                <a:solidFill>
                  <a:srgbClr val="3F3F3F"/>
                </a:solidFill>
              </a:rPr>
              <a:t>楽しんででき</a:t>
            </a:r>
            <a:r>
              <a:rPr lang="ja-JP" altLang="en-US" sz="2400" b="1" dirty="0">
                <a:solidFill>
                  <a:srgbClr val="3F3F3F"/>
                </a:solidFill>
              </a:rPr>
              <a:t>る</a:t>
            </a:r>
            <a:r>
              <a:rPr lang="ja" sz="2400" b="1" dirty="0">
                <a:solidFill>
                  <a:srgbClr val="3F3F3F"/>
                </a:solidFill>
              </a:rPr>
              <a:t>仲間がいない</a:t>
            </a:r>
            <a:endParaRPr lang="en-US" altLang="ja" sz="2400" b="1" dirty="0">
              <a:solidFill>
                <a:srgbClr val="3F3F3F"/>
              </a:solidFill>
            </a:endParaRPr>
          </a:p>
          <a:p>
            <a:pPr marL="0" marR="0" lvl="0" indent="0" algn="ctr" rtl="0">
              <a:lnSpc>
                <a:spcPct val="100000"/>
              </a:lnSpc>
              <a:spcBef>
                <a:spcPts val="0"/>
              </a:spcBef>
              <a:spcAft>
                <a:spcPts val="0"/>
              </a:spcAft>
              <a:buNone/>
            </a:pPr>
            <a:r>
              <a:rPr lang="ja-JP" altLang="en-US" sz="2400" b="1" i="0" u="none" strike="noStrike" cap="none" dirty="0">
                <a:solidFill>
                  <a:srgbClr val="3F3F3F"/>
                </a:solidFill>
                <a:latin typeface="Arial"/>
                <a:ea typeface="Arial"/>
                <a:cs typeface="Arial"/>
                <a:sym typeface="Arial"/>
              </a:rPr>
              <a:t>＆</a:t>
            </a:r>
            <a:endParaRPr lang="en-US" altLang="ja-JP" sz="2400" b="1" i="0" u="none" strike="noStrike" cap="none" dirty="0">
              <a:solidFill>
                <a:srgbClr val="3F3F3F"/>
              </a:solidFill>
              <a:latin typeface="Arial"/>
              <a:ea typeface="Arial"/>
              <a:cs typeface="Arial"/>
              <a:sym typeface="Arial"/>
            </a:endParaRPr>
          </a:p>
          <a:p>
            <a:pPr marL="0" marR="0" lvl="0" indent="0" algn="ctr" rtl="0">
              <a:lnSpc>
                <a:spcPct val="100000"/>
              </a:lnSpc>
              <a:spcBef>
                <a:spcPts val="0"/>
              </a:spcBef>
              <a:spcAft>
                <a:spcPts val="0"/>
              </a:spcAft>
              <a:buNone/>
            </a:pPr>
            <a:r>
              <a:rPr lang="ja-JP" altLang="en-US" sz="2400" b="1" dirty="0">
                <a:solidFill>
                  <a:srgbClr val="3F3F3F"/>
                </a:solidFill>
              </a:rPr>
              <a:t>いつでも聞ける環境がない</a:t>
            </a:r>
            <a:endParaRPr sz="2400" b="1" i="0" u="none" strike="noStrike" cap="none" dirty="0">
              <a:solidFill>
                <a:srgbClr val="3F3F3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0"/>
                                        </p:tgtEl>
                                        <p:attrNameLst>
                                          <p:attrName>style.visibility</p:attrName>
                                        </p:attrNameLst>
                                      </p:cBhvr>
                                      <p:to>
                                        <p:strVal val="visible"/>
                                      </p:to>
                                    </p:set>
                                    <p:anim calcmode="lin" valueType="num">
                                      <p:cBhvr additive="base">
                                        <p:cTn id="7" dur="500"/>
                                        <p:tgtEl>
                                          <p:spTgt spid="130"/>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33"/>
                                        </p:tgtEl>
                                        <p:attrNameLst>
                                          <p:attrName>style.visibility</p:attrName>
                                        </p:attrNameLst>
                                      </p:cBhvr>
                                      <p:to>
                                        <p:strVal val="visible"/>
                                      </p:to>
                                    </p:set>
                                    <p:anim calcmode="lin" valueType="num">
                                      <p:cBhvr additive="base">
                                        <p:cTn id="10" dur="500"/>
                                        <p:tgtEl>
                                          <p:spTgt spid="133"/>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134"/>
                                        </p:tgtEl>
                                        <p:attrNameLst>
                                          <p:attrName>style.visibility</p:attrName>
                                        </p:attrNameLst>
                                      </p:cBhvr>
                                      <p:to>
                                        <p:strVal val="visible"/>
                                      </p:to>
                                    </p:set>
                                    <p:anim calcmode="lin" valueType="num">
                                      <p:cBhvr additive="base">
                                        <p:cTn id="13" dur="500"/>
                                        <p:tgtEl>
                                          <p:spTgt spid="1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3"/>
          <p:cNvSpPr txBox="1"/>
          <p:nvPr/>
        </p:nvSpPr>
        <p:spPr>
          <a:xfrm>
            <a:off x="555175" y="413950"/>
            <a:ext cx="8160300" cy="1024866"/>
          </a:xfrm>
          <a:prstGeom prst="rect">
            <a:avLst/>
          </a:prstGeom>
          <a:noFill/>
          <a:ln>
            <a:noFill/>
          </a:ln>
        </p:spPr>
        <p:txBody>
          <a:bodyPr spcFirstLastPara="1" wrap="square" lIns="68575" tIns="34275" rIns="68575" bIns="34275" anchor="t" anchorCtr="0">
            <a:spAutoFit/>
          </a:bodyPr>
          <a:lstStyle/>
          <a:p>
            <a:pPr marL="0" marR="0" lvl="0" indent="0" algn="l" rtl="0">
              <a:lnSpc>
                <a:spcPct val="115000"/>
              </a:lnSpc>
              <a:spcBef>
                <a:spcPts val="0"/>
              </a:spcBef>
              <a:spcAft>
                <a:spcPts val="0"/>
              </a:spcAft>
              <a:buClr>
                <a:schemeClr val="dk1"/>
              </a:buClr>
              <a:buSzPts val="800"/>
              <a:buFont typeface="Arial"/>
              <a:buNone/>
            </a:pPr>
            <a:r>
              <a:rPr lang="ja" sz="2700" b="1" dirty="0">
                <a:solidFill>
                  <a:srgbClr val="3F3F3F"/>
                </a:solidFill>
                <a:latin typeface="Calibri"/>
                <a:ea typeface="Calibri"/>
                <a:cs typeface="Calibri"/>
                <a:sym typeface="Calibri"/>
              </a:rPr>
              <a:t>　　　　天給自足</a:t>
            </a:r>
            <a:r>
              <a:rPr lang="ja-JP" altLang="en-US" sz="2700" b="1" dirty="0">
                <a:solidFill>
                  <a:srgbClr val="3F3F3F"/>
                </a:solidFill>
                <a:latin typeface="Calibri"/>
                <a:ea typeface="Calibri"/>
                <a:cs typeface="Calibri"/>
                <a:sym typeface="Calibri"/>
              </a:rPr>
              <a:t>、醗酵</a:t>
            </a:r>
            <a:r>
              <a:rPr lang="ja" sz="2700" b="1" dirty="0">
                <a:solidFill>
                  <a:srgbClr val="3F3F3F"/>
                </a:solidFill>
                <a:latin typeface="Calibri"/>
                <a:ea typeface="Calibri"/>
                <a:cs typeface="Calibri"/>
                <a:sym typeface="Calibri"/>
              </a:rPr>
              <a:t>食を楽しむためには</a:t>
            </a:r>
            <a:endParaRPr sz="2700" b="1" i="0" u="none" strike="noStrike" cap="none" dirty="0">
              <a:solidFill>
                <a:srgbClr val="3F3F3F"/>
              </a:solidFill>
              <a:latin typeface="Calibri"/>
              <a:ea typeface="Calibri"/>
              <a:cs typeface="Calibri"/>
              <a:sym typeface="Calibri"/>
            </a:endParaRPr>
          </a:p>
          <a:p>
            <a:pPr marL="0" marR="0" lvl="0" indent="0" algn="ctr" rtl="0">
              <a:lnSpc>
                <a:spcPct val="115000"/>
              </a:lnSpc>
              <a:spcBef>
                <a:spcPts val="0"/>
              </a:spcBef>
              <a:spcAft>
                <a:spcPts val="0"/>
              </a:spcAft>
              <a:buClr>
                <a:schemeClr val="dk1"/>
              </a:buClr>
              <a:buSzPts val="800"/>
              <a:buFont typeface="Arial"/>
              <a:buNone/>
            </a:pPr>
            <a:r>
              <a:rPr lang="ja" sz="2700" b="1" i="0" u="none" strike="noStrike" cap="none" dirty="0">
                <a:solidFill>
                  <a:srgbClr val="3F3F3F"/>
                </a:solidFill>
                <a:latin typeface="Calibri"/>
                <a:ea typeface="Calibri"/>
                <a:cs typeface="Calibri"/>
                <a:sym typeface="Calibri"/>
              </a:rPr>
              <a:t>この２つを</a:t>
            </a:r>
            <a:r>
              <a:rPr lang="ja" sz="2700" b="1" i="0" u="sng" strike="noStrike" cap="none" dirty="0">
                <a:solidFill>
                  <a:srgbClr val="FF0000"/>
                </a:solidFill>
                <a:latin typeface="Calibri"/>
                <a:ea typeface="Calibri"/>
                <a:cs typeface="Calibri"/>
                <a:sym typeface="Calibri"/>
              </a:rPr>
              <a:t>同時に</a:t>
            </a:r>
            <a:r>
              <a:rPr lang="ja" sz="2700" b="1" u="sng" dirty="0">
                <a:solidFill>
                  <a:srgbClr val="FF0000"/>
                </a:solidFill>
                <a:latin typeface="Calibri"/>
                <a:ea typeface="Calibri"/>
                <a:cs typeface="Calibri"/>
                <a:sym typeface="Calibri"/>
              </a:rPr>
              <a:t>進行し</a:t>
            </a:r>
            <a:r>
              <a:rPr lang="ja" sz="2700" b="1" i="0" u="none" strike="noStrike" cap="none" dirty="0">
                <a:solidFill>
                  <a:srgbClr val="3F3F3F"/>
                </a:solidFill>
                <a:latin typeface="Calibri"/>
                <a:ea typeface="Calibri"/>
                <a:cs typeface="Calibri"/>
                <a:sym typeface="Calibri"/>
              </a:rPr>
              <a:t>解決する必要がある！！</a:t>
            </a:r>
            <a:endParaRPr sz="1800" b="1" i="0" u="none" strike="noStrike" cap="none" dirty="0">
              <a:solidFill>
                <a:srgbClr val="3F3F3F"/>
              </a:solidFill>
              <a:latin typeface="Calibri"/>
              <a:ea typeface="Calibri"/>
              <a:cs typeface="Calibri"/>
              <a:sym typeface="Calibri"/>
            </a:endParaRPr>
          </a:p>
        </p:txBody>
      </p:sp>
      <p:grpSp>
        <p:nvGrpSpPr>
          <p:cNvPr id="140" name="Google Shape;140;p23"/>
          <p:cNvGrpSpPr/>
          <p:nvPr/>
        </p:nvGrpSpPr>
        <p:grpSpPr>
          <a:xfrm rot="2863424">
            <a:off x="4128391" y="2427947"/>
            <a:ext cx="858775" cy="858775"/>
            <a:chOff x="924619" y="2136742"/>
            <a:chExt cx="1145100" cy="1145100"/>
          </a:xfrm>
        </p:grpSpPr>
        <p:sp>
          <p:nvSpPr>
            <p:cNvPr id="141" name="Google Shape;141;p23"/>
            <p:cNvSpPr/>
            <p:nvPr/>
          </p:nvSpPr>
          <p:spPr>
            <a:xfrm>
              <a:off x="924619" y="2136742"/>
              <a:ext cx="1145100" cy="1145100"/>
            </a:xfrm>
            <a:prstGeom prst="mathPlus">
              <a:avLst>
                <a:gd name="adj1" fmla="val 23520"/>
              </a:avLst>
            </a:prstGeom>
            <a:solidFill>
              <a:srgbClr val="ABBADE"/>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endParaRPr sz="1100" b="0" i="0" u="none" strike="noStrike" cap="none">
                <a:solidFill>
                  <a:schemeClr val="lt1"/>
                </a:solidFill>
                <a:latin typeface="Arial"/>
                <a:ea typeface="Arial"/>
                <a:cs typeface="Arial"/>
                <a:sym typeface="Arial"/>
              </a:endParaRPr>
            </a:p>
          </p:txBody>
        </p:sp>
        <p:sp>
          <p:nvSpPr>
            <p:cNvPr id="142" name="Google Shape;142;p23"/>
            <p:cNvSpPr/>
            <p:nvPr/>
          </p:nvSpPr>
          <p:spPr>
            <a:xfrm>
              <a:off x="1076413" y="2574660"/>
              <a:ext cx="841500" cy="2694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200" b="0" i="0" u="none" strike="noStrike" cap="none">
                <a:solidFill>
                  <a:schemeClr val="lt1"/>
                </a:solidFill>
                <a:latin typeface="Arial"/>
                <a:ea typeface="Arial"/>
                <a:cs typeface="Arial"/>
                <a:sym typeface="Arial"/>
              </a:endParaRPr>
            </a:p>
          </p:txBody>
        </p:sp>
      </p:grpSp>
      <p:sp>
        <p:nvSpPr>
          <p:cNvPr id="143" name="Google Shape;143;p23"/>
          <p:cNvSpPr/>
          <p:nvPr/>
        </p:nvSpPr>
        <p:spPr>
          <a:xfrm>
            <a:off x="1254955" y="1714334"/>
            <a:ext cx="2856000" cy="2286300"/>
          </a:xfrm>
          <a:prstGeom prst="ellipse">
            <a:avLst/>
          </a:prstGeom>
          <a:gradFill>
            <a:gsLst>
              <a:gs pos="0">
                <a:srgbClr val="F5F7FC">
                  <a:alpha val="0"/>
                </a:srgbClr>
              </a:gs>
              <a:gs pos="38000">
                <a:srgbClr val="F5F7FC">
                  <a:alpha val="0"/>
                </a:srgbClr>
              </a:gs>
              <a:gs pos="100000">
                <a:srgbClr val="00B0F0"/>
              </a:gs>
            </a:gsLst>
            <a:path path="circle">
              <a:fillToRect l="50000" t="50000" r="50000" b="50000"/>
            </a:path>
            <a:tileRect/>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r>
              <a:rPr lang="ja" sz="2400" b="1">
                <a:solidFill>
                  <a:srgbClr val="3F3F3F"/>
                </a:solidFill>
              </a:rPr>
              <a:t>季節ごとにする作業を知る</a:t>
            </a:r>
            <a:endParaRPr lang="en-US" altLang="ja" sz="2400" b="1" dirty="0">
              <a:solidFill>
                <a:srgbClr val="3F3F3F"/>
              </a:solidFill>
            </a:endParaRPr>
          </a:p>
          <a:p>
            <a:pPr marL="0" marR="0" lvl="0" indent="0" algn="ctr" rtl="0">
              <a:lnSpc>
                <a:spcPct val="100000"/>
              </a:lnSpc>
              <a:spcBef>
                <a:spcPts val="0"/>
              </a:spcBef>
              <a:spcAft>
                <a:spcPts val="0"/>
              </a:spcAft>
              <a:buNone/>
            </a:pPr>
            <a:endParaRPr lang="ja-JP" altLang="en-US" sz="2400" b="1" i="0" u="none" strike="noStrike" cap="none">
              <a:solidFill>
                <a:srgbClr val="3F3F3F"/>
              </a:solidFill>
              <a:latin typeface="Arial"/>
              <a:ea typeface="Arial"/>
              <a:cs typeface="Arial"/>
            </a:endParaRPr>
          </a:p>
        </p:txBody>
      </p:sp>
      <p:sp>
        <p:nvSpPr>
          <p:cNvPr id="144" name="Google Shape;144;p23"/>
          <p:cNvSpPr/>
          <p:nvPr/>
        </p:nvSpPr>
        <p:spPr>
          <a:xfrm>
            <a:off x="5029765" y="1647099"/>
            <a:ext cx="2856000" cy="2286300"/>
          </a:xfrm>
          <a:prstGeom prst="ellipse">
            <a:avLst/>
          </a:prstGeom>
          <a:gradFill>
            <a:gsLst>
              <a:gs pos="0">
                <a:srgbClr val="F5F7FC">
                  <a:alpha val="0"/>
                </a:srgbClr>
              </a:gs>
              <a:gs pos="38000">
                <a:srgbClr val="F5F7FC">
                  <a:alpha val="0"/>
                </a:srgbClr>
              </a:gs>
              <a:gs pos="100000">
                <a:srgbClr val="00B0F0"/>
              </a:gs>
            </a:gsLst>
            <a:path path="circle">
              <a:fillToRect l="50000" t="50000" r="50000" b="50000"/>
            </a:path>
            <a:tileRect/>
          </a:gradFill>
          <a:ln>
            <a:noFill/>
          </a:ln>
        </p:spPr>
        <p:txBody>
          <a:bodyPr spcFirstLastPara="1" wrap="square" lIns="68575" tIns="34275" rIns="68575" bIns="34275" anchor="ctr" anchorCtr="0">
            <a:noAutofit/>
          </a:bodyPr>
          <a:lstStyle/>
          <a:p>
            <a:pPr algn="ctr"/>
            <a:r>
              <a:rPr lang="ja" sz="2400" b="1">
                <a:solidFill>
                  <a:srgbClr val="3F3F3F"/>
                </a:solidFill>
              </a:rPr>
              <a:t>活用し生活に落とし込</a:t>
            </a:r>
            <a:r>
              <a:rPr lang="ja" altLang="en-US" sz="2400" b="1">
                <a:solidFill>
                  <a:srgbClr val="3F3F3F"/>
                </a:solidFill>
              </a:rPr>
              <a:t>み</a:t>
            </a:r>
            <a:endParaRPr lang="ja-JP" altLang="en-US" sz="2400" b="1">
              <a:solidFill>
                <a:srgbClr val="3F3F3F"/>
              </a:solidFill>
            </a:endParaRPr>
          </a:p>
          <a:p>
            <a:pPr marL="0" marR="0" lvl="0" indent="0" algn="ctr">
              <a:lnSpc>
                <a:spcPct val="100000"/>
              </a:lnSpc>
              <a:spcBef>
                <a:spcPts val="0"/>
              </a:spcBef>
              <a:spcAft>
                <a:spcPts val="0"/>
              </a:spcAft>
              <a:buNone/>
            </a:pPr>
            <a:r>
              <a:rPr lang="ja-JP" altLang="en-US" sz="2400" b="1">
                <a:solidFill>
                  <a:srgbClr val="3F3F3F"/>
                </a:solidFill>
              </a:rPr>
              <a:t>実践する</a:t>
            </a:r>
            <a:endParaRPr lang="ja-JP" altLang="en-US" sz="2400" b="1" i="0" u="none" strike="noStrike" cap="none">
              <a:solidFill>
                <a:srgbClr val="3F3F3F"/>
              </a:solidFill>
              <a:latin typeface="Arial"/>
              <a:ea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4"/>
          <p:cNvSpPr txBox="1"/>
          <p:nvPr/>
        </p:nvSpPr>
        <p:spPr>
          <a:xfrm>
            <a:off x="268069" y="132688"/>
            <a:ext cx="8736281" cy="777106"/>
          </a:xfrm>
          <a:prstGeom prst="rect">
            <a:avLst/>
          </a:prstGeom>
          <a:noFill/>
          <a:ln>
            <a:noFill/>
          </a:ln>
        </p:spPr>
        <p:txBody>
          <a:bodyPr spcFirstLastPara="1" wrap="square" lIns="68575" tIns="34275" rIns="68575" bIns="34275" anchor="t" anchorCtr="0">
            <a:spAutoFit/>
          </a:bodyPr>
          <a:lstStyle/>
          <a:p>
            <a:pPr marL="0" marR="0" lvl="0" indent="0" algn="ctr" rtl="0">
              <a:lnSpc>
                <a:spcPct val="115000"/>
              </a:lnSpc>
              <a:spcBef>
                <a:spcPts val="0"/>
              </a:spcBef>
              <a:spcAft>
                <a:spcPts val="0"/>
              </a:spcAft>
              <a:buClr>
                <a:srgbClr val="000000"/>
              </a:buClr>
              <a:buSzPts val="800"/>
              <a:buFont typeface="Arial"/>
              <a:buNone/>
            </a:pPr>
            <a:r>
              <a:rPr lang="ja" sz="4000" b="1" i="0" u="none" strike="noStrike" cap="none" dirty="0">
                <a:solidFill>
                  <a:srgbClr val="3F3F3F"/>
                </a:solidFill>
                <a:latin typeface="Calibri"/>
                <a:ea typeface="Calibri"/>
                <a:cs typeface="Calibri"/>
                <a:sym typeface="Calibri"/>
              </a:rPr>
              <a:t>ところが他のサービスでは・・・</a:t>
            </a:r>
            <a:endParaRPr sz="4000" b="1" i="0" u="none" strike="noStrike" cap="none" dirty="0">
              <a:solidFill>
                <a:srgbClr val="3F3F3F"/>
              </a:solidFill>
              <a:latin typeface="Calibri"/>
              <a:ea typeface="Calibri"/>
              <a:cs typeface="Calibri"/>
              <a:sym typeface="Calibri"/>
            </a:endParaRPr>
          </a:p>
        </p:txBody>
      </p:sp>
      <p:sp>
        <p:nvSpPr>
          <p:cNvPr id="150" name="Google Shape;150;p24"/>
          <p:cNvSpPr txBox="1"/>
          <p:nvPr/>
        </p:nvSpPr>
        <p:spPr>
          <a:xfrm>
            <a:off x="203859" y="962194"/>
            <a:ext cx="8864700" cy="4048618"/>
          </a:xfrm>
          <a:prstGeom prst="rect">
            <a:avLst/>
          </a:prstGeom>
          <a:noFill/>
          <a:ln>
            <a:noFill/>
          </a:ln>
        </p:spPr>
        <p:txBody>
          <a:bodyPr spcFirstLastPara="1" wrap="square" lIns="68575" tIns="34275" rIns="68575" bIns="34275" anchor="t" anchorCtr="0">
            <a:noAutofit/>
          </a:bodyPr>
          <a:lstStyle/>
          <a:p>
            <a:pPr>
              <a:lnSpc>
                <a:spcPct val="125000"/>
              </a:lnSpc>
              <a:buClr>
                <a:schemeClr val="dk1"/>
              </a:buClr>
              <a:buSzPts val="2400"/>
            </a:pPr>
            <a:r>
              <a:rPr lang="ja" sz="3200" b="1" i="0" u="none" strike="noStrike" cap="none" dirty="0">
                <a:solidFill>
                  <a:schemeClr val="accent5">
                    <a:lumMod val="75000"/>
                  </a:schemeClr>
                </a:solidFill>
                <a:latin typeface="Calibri"/>
                <a:ea typeface="Calibri"/>
                <a:cs typeface="Calibri"/>
                <a:sym typeface="Calibri"/>
              </a:rPr>
              <a:t>両方同時</a:t>
            </a:r>
            <a:r>
              <a:rPr lang="ja" sz="3200" b="1" dirty="0">
                <a:solidFill>
                  <a:schemeClr val="accent5">
                    <a:lumMod val="75000"/>
                  </a:schemeClr>
                </a:solidFill>
                <a:latin typeface="Calibri"/>
                <a:ea typeface="Calibri"/>
                <a:cs typeface="Calibri"/>
                <a:sym typeface="Calibri"/>
              </a:rPr>
              <a:t>に年間通して学び</a:t>
            </a:r>
            <a:r>
              <a:rPr lang="ja" altLang="en-US" sz="3200" b="1" dirty="0">
                <a:solidFill>
                  <a:schemeClr val="accent5">
                    <a:lumMod val="75000"/>
                  </a:schemeClr>
                </a:solidFill>
                <a:latin typeface="Calibri"/>
                <a:ea typeface="Calibri"/>
                <a:cs typeface="Calibri"/>
              </a:rPr>
              <a:t>楽しみながら</a:t>
            </a:r>
            <a:r>
              <a:rPr lang="ja" altLang="en-US" sz="3200" b="1" dirty="0">
                <a:solidFill>
                  <a:schemeClr val="accent5">
                    <a:lumMod val="75000"/>
                  </a:schemeClr>
                </a:solidFill>
                <a:latin typeface="Calibri"/>
                <a:ea typeface="Calibri"/>
                <a:cs typeface="Calibri"/>
                <a:sym typeface="Calibri"/>
              </a:rPr>
              <a:t>問題</a:t>
            </a:r>
            <a:r>
              <a:rPr lang="ja" sz="3200" b="1" i="0" u="none" strike="noStrike" cap="none" dirty="0">
                <a:solidFill>
                  <a:schemeClr val="accent5">
                    <a:lumMod val="75000"/>
                  </a:schemeClr>
                </a:solidFill>
                <a:latin typeface="Calibri"/>
                <a:ea typeface="Calibri"/>
                <a:cs typeface="Calibri"/>
                <a:sym typeface="Calibri"/>
              </a:rPr>
              <a:t>解決</a:t>
            </a:r>
            <a:r>
              <a:rPr lang="ja" altLang="en-US" sz="3200" b="1" dirty="0">
                <a:solidFill>
                  <a:schemeClr val="accent5">
                    <a:lumMod val="75000"/>
                  </a:schemeClr>
                </a:solidFill>
                <a:latin typeface="Calibri"/>
                <a:ea typeface="Calibri"/>
                <a:cs typeface="Calibri"/>
                <a:sym typeface="Calibri"/>
              </a:rPr>
              <a:t>し成長</a:t>
            </a:r>
            <a:r>
              <a:rPr lang="ja" sz="3200" b="1" i="0" u="none" strike="noStrike" cap="none" dirty="0">
                <a:solidFill>
                  <a:schemeClr val="accent5">
                    <a:lumMod val="75000"/>
                  </a:schemeClr>
                </a:solidFill>
                <a:latin typeface="Calibri"/>
                <a:ea typeface="Calibri"/>
                <a:cs typeface="Calibri"/>
                <a:sym typeface="Calibri"/>
              </a:rPr>
              <a:t>できる</a:t>
            </a:r>
            <a:r>
              <a:rPr lang="ja" sz="3200" b="1" dirty="0">
                <a:solidFill>
                  <a:schemeClr val="accent5">
                    <a:lumMod val="75000"/>
                  </a:schemeClr>
                </a:solidFill>
                <a:latin typeface="Calibri"/>
                <a:ea typeface="Calibri"/>
                <a:cs typeface="Calibri"/>
                <a:sym typeface="Calibri"/>
              </a:rPr>
              <a:t>場所</a:t>
            </a:r>
            <a:r>
              <a:rPr lang="ja-JP" altLang="en-US" sz="3200" b="1" dirty="0">
                <a:solidFill>
                  <a:schemeClr val="accent5">
                    <a:lumMod val="75000"/>
                  </a:schemeClr>
                </a:solidFill>
                <a:latin typeface="Calibri"/>
                <a:ea typeface="Calibri"/>
                <a:cs typeface="Calibri"/>
                <a:sym typeface="Calibri"/>
              </a:rPr>
              <a:t>が</a:t>
            </a:r>
            <a:r>
              <a:rPr lang="ja" sz="3200" b="1" i="0" u="none" strike="noStrike" cap="none" dirty="0">
                <a:solidFill>
                  <a:schemeClr val="accent5">
                    <a:lumMod val="75000"/>
                  </a:schemeClr>
                </a:solidFill>
                <a:latin typeface="Calibri"/>
                <a:ea typeface="Calibri"/>
                <a:cs typeface="Calibri"/>
                <a:sym typeface="Calibri"/>
              </a:rPr>
              <a:t>ない</a:t>
            </a:r>
            <a:r>
              <a:rPr lang="ja-JP" altLang="en-US" sz="3200" b="1" dirty="0">
                <a:solidFill>
                  <a:schemeClr val="accent5">
                    <a:lumMod val="75000"/>
                  </a:schemeClr>
                </a:solidFill>
                <a:latin typeface="Calibri"/>
                <a:ea typeface="Calibri"/>
                <a:cs typeface="Calibri"/>
                <a:sym typeface="Calibri"/>
              </a:rPr>
              <a:t>。だから作ります！</a:t>
            </a:r>
            <a:endParaRPr lang="en-US" altLang="ja" sz="3200" b="1" i="0" u="none" strike="noStrike" cap="none" dirty="0">
              <a:solidFill>
                <a:schemeClr val="accent5">
                  <a:lumMod val="75000"/>
                </a:schemeClr>
              </a:solidFill>
              <a:latin typeface="Calibri"/>
              <a:ea typeface="Calibri"/>
              <a:cs typeface="Calibri"/>
              <a:sym typeface="Calibri"/>
            </a:endParaRPr>
          </a:p>
          <a:p>
            <a:pPr>
              <a:lnSpc>
                <a:spcPct val="125000"/>
              </a:lnSpc>
              <a:buSzPts val="2400"/>
            </a:pPr>
            <a:endParaRPr lang="en-US" altLang="ja-JP" sz="3200" b="1" dirty="0">
              <a:solidFill>
                <a:schemeClr val="accent5">
                  <a:lumMod val="75000"/>
                </a:schemeClr>
              </a:solidFill>
              <a:latin typeface="Calibri"/>
              <a:ea typeface="Calibri"/>
              <a:cs typeface="Calibri"/>
              <a:sym typeface="Calibri"/>
            </a:endParaRPr>
          </a:p>
          <a:p>
            <a:pPr>
              <a:lnSpc>
                <a:spcPct val="125000"/>
              </a:lnSpc>
              <a:buSzPts val="2400"/>
            </a:pPr>
            <a:r>
              <a:rPr lang="ja-JP" altLang="en-US" sz="3200" b="1" dirty="0">
                <a:solidFill>
                  <a:schemeClr val="accent5">
                    <a:lumMod val="75000"/>
                  </a:schemeClr>
                </a:solidFill>
                <a:latin typeface="Calibri"/>
                <a:ea typeface="Calibri"/>
                <a:cs typeface="Calibri"/>
                <a:sym typeface="Calibri"/>
              </a:rPr>
              <a:t>人間は学んだ</a:t>
            </a:r>
            <a:r>
              <a:rPr lang="ja-JP" altLang="en-US" sz="3200" b="1" dirty="0">
                <a:solidFill>
                  <a:srgbClr val="FF0000"/>
                </a:solidFill>
                <a:latin typeface="Calibri"/>
                <a:ea typeface="Calibri"/>
                <a:cs typeface="Calibri"/>
                <a:sym typeface="Calibri"/>
              </a:rPr>
              <a:t>次の日</a:t>
            </a:r>
            <a:r>
              <a:rPr lang="en-US" altLang="ja-JP" sz="3200" b="1" dirty="0">
                <a:solidFill>
                  <a:srgbClr val="FF0000"/>
                </a:solidFill>
                <a:latin typeface="Calibri"/>
                <a:ea typeface="Calibri"/>
                <a:cs typeface="Calibri"/>
                <a:sym typeface="Calibri"/>
              </a:rPr>
              <a:t>74</a:t>
            </a:r>
            <a:r>
              <a:rPr lang="ja-JP" altLang="en-US" sz="3200" b="1" dirty="0">
                <a:solidFill>
                  <a:srgbClr val="FF0000"/>
                </a:solidFill>
                <a:latin typeface="Calibri"/>
                <a:ea typeface="Calibri"/>
                <a:cs typeface="Calibri"/>
                <a:sym typeface="Calibri"/>
              </a:rPr>
              <a:t>％は忘れてしまう</a:t>
            </a:r>
          </a:p>
          <a:p>
            <a:pPr>
              <a:lnSpc>
                <a:spcPct val="125000"/>
              </a:lnSpc>
              <a:buSzPts val="2400"/>
            </a:pPr>
            <a:r>
              <a:rPr lang="ja-JP" altLang="en-US" sz="3200" b="1" dirty="0">
                <a:solidFill>
                  <a:schemeClr val="accent5">
                    <a:lumMod val="75000"/>
                  </a:schemeClr>
                </a:solidFill>
                <a:latin typeface="Calibri"/>
                <a:ea typeface="Calibri"/>
                <a:cs typeface="Calibri"/>
                <a:sym typeface="Calibri"/>
              </a:rPr>
              <a:t>という性質があるのでいつでも聞ける環境と仲間が必要。１人では限界があります。</a:t>
            </a:r>
            <a:endParaRPr lang="en-US" altLang="ja-JP" sz="3200" b="1" dirty="0">
              <a:solidFill>
                <a:schemeClr val="accent5">
                  <a:lumMod val="75000"/>
                </a:schemeClr>
              </a:solidFill>
              <a:latin typeface="Calibri"/>
              <a:ea typeface="Calibri"/>
              <a:cs typeface="Calibri"/>
              <a:sym typeface="Calibri"/>
            </a:endParaRPr>
          </a:p>
        </p:txBody>
      </p:sp>
      <p:sp>
        <p:nvSpPr>
          <p:cNvPr id="151" name="Google Shape;151;p24"/>
          <p:cNvSpPr txBox="1"/>
          <p:nvPr/>
        </p:nvSpPr>
        <p:spPr>
          <a:xfrm>
            <a:off x="6479550" y="1948175"/>
            <a:ext cx="1419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0"/>
                                        </p:tgtEl>
                                        <p:attrNameLst>
                                          <p:attrName>style.visibility</p:attrName>
                                        </p:attrNameLst>
                                      </p:cBhvr>
                                      <p:to>
                                        <p:strVal val="visible"/>
                                      </p:to>
                                    </p:set>
                                    <p:anim calcmode="lin" valueType="num">
                                      <p:cBhvr additive="base">
                                        <p:cTn id="7" dur="500"/>
                                        <p:tgtEl>
                                          <p:spTgt spid="1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5"/>
          <p:cNvSpPr txBox="1"/>
          <p:nvPr/>
        </p:nvSpPr>
        <p:spPr>
          <a:xfrm>
            <a:off x="626608" y="82999"/>
            <a:ext cx="7662300" cy="547043"/>
          </a:xfrm>
          <a:prstGeom prst="rect">
            <a:avLst/>
          </a:prstGeom>
          <a:noFill/>
          <a:ln>
            <a:noFill/>
          </a:ln>
        </p:spPr>
        <p:txBody>
          <a:bodyPr spcFirstLastPara="1" wrap="square" lIns="68575" tIns="34275" rIns="68575" bIns="34275" anchor="t" anchorCtr="0">
            <a:spAutoFit/>
          </a:bodyPr>
          <a:lstStyle/>
          <a:p>
            <a:pPr marL="0" marR="0" lvl="0" indent="0" algn="ctr" rtl="0">
              <a:lnSpc>
                <a:spcPct val="115000"/>
              </a:lnSpc>
              <a:spcBef>
                <a:spcPts val="0"/>
              </a:spcBef>
              <a:spcAft>
                <a:spcPts val="0"/>
              </a:spcAft>
              <a:buClr>
                <a:srgbClr val="000000"/>
              </a:buClr>
              <a:buSzPts val="800"/>
              <a:buFont typeface="Arial"/>
              <a:buNone/>
            </a:pPr>
            <a:r>
              <a:rPr lang="ja" sz="2700" b="1" i="0" u="none" strike="noStrike" cap="none" dirty="0">
                <a:solidFill>
                  <a:schemeClr val="dk1"/>
                </a:solidFill>
                <a:latin typeface="Arial"/>
                <a:ea typeface="Arial"/>
                <a:cs typeface="Arial"/>
                <a:sym typeface="Arial"/>
              </a:rPr>
              <a:t>だから</a:t>
            </a:r>
            <a:r>
              <a:rPr lang="ja" sz="2700" b="1" dirty="0">
                <a:solidFill>
                  <a:srgbClr val="FF0000"/>
                </a:solidFill>
              </a:rPr>
              <a:t>天給自足</a:t>
            </a:r>
            <a:r>
              <a:rPr lang="ja-JP" altLang="en-US" sz="2700" b="1" dirty="0">
                <a:solidFill>
                  <a:srgbClr val="FF0000"/>
                </a:solidFill>
              </a:rPr>
              <a:t>実践</a:t>
            </a:r>
            <a:r>
              <a:rPr lang="ja" sz="2700" b="1" dirty="0">
                <a:solidFill>
                  <a:srgbClr val="FF0000"/>
                </a:solidFill>
              </a:rPr>
              <a:t>塾</a:t>
            </a:r>
            <a:r>
              <a:rPr lang="ja" sz="2700" b="1" i="0" u="none" strike="noStrike" cap="none" dirty="0">
                <a:solidFill>
                  <a:schemeClr val="dk1"/>
                </a:solidFill>
                <a:latin typeface="Arial"/>
                <a:ea typeface="Arial"/>
                <a:cs typeface="Arial"/>
                <a:sym typeface="Arial"/>
              </a:rPr>
              <a:t>は・・・</a:t>
            </a:r>
            <a:endParaRPr sz="1800" b="1" i="0" u="none" strike="noStrike" cap="none" dirty="0">
              <a:solidFill>
                <a:srgbClr val="3F3F3F"/>
              </a:solidFill>
              <a:latin typeface="Calibri"/>
              <a:ea typeface="Calibri"/>
              <a:cs typeface="Calibri"/>
              <a:sym typeface="Calibri"/>
            </a:endParaRPr>
          </a:p>
        </p:txBody>
      </p:sp>
      <p:sp>
        <p:nvSpPr>
          <p:cNvPr id="157" name="Google Shape;157;p25"/>
          <p:cNvSpPr/>
          <p:nvPr/>
        </p:nvSpPr>
        <p:spPr>
          <a:xfrm>
            <a:off x="2748631" y="2347355"/>
            <a:ext cx="2805000" cy="2510400"/>
          </a:xfrm>
          <a:prstGeom prst="ellipse">
            <a:avLst/>
          </a:prstGeom>
          <a:gradFill>
            <a:gsLst>
              <a:gs pos="0">
                <a:srgbClr val="F5F7FC">
                  <a:alpha val="0"/>
                </a:srgbClr>
              </a:gs>
              <a:gs pos="38000">
                <a:srgbClr val="F5F7FC">
                  <a:alpha val="0"/>
                </a:srgbClr>
              </a:gs>
              <a:gs pos="100000">
                <a:srgbClr val="92D050"/>
              </a:gs>
            </a:gsLst>
            <a:path path="circle">
              <a:fillToRect l="50000" t="50000" r="50000" b="50000"/>
            </a:path>
            <a:tileRect/>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r>
              <a:rPr lang="ja" sz="1800" b="1" dirty="0">
                <a:solidFill>
                  <a:srgbClr val="3F3F3F"/>
                </a:solidFill>
              </a:rPr>
              <a:t>自分で育てた食材</a:t>
            </a:r>
            <a:endParaRPr sz="1800" b="1" i="0" u="none" strike="noStrike" cap="none" dirty="0">
              <a:solidFill>
                <a:srgbClr val="3F3F3F"/>
              </a:solidFill>
              <a:latin typeface="Arial"/>
              <a:ea typeface="Arial"/>
              <a:cs typeface="Arial"/>
              <a:sym typeface="Arial"/>
            </a:endParaRPr>
          </a:p>
          <a:p>
            <a:pPr marL="0" marR="0" lvl="0" indent="0" algn="ctr" rtl="0">
              <a:lnSpc>
                <a:spcPct val="100000"/>
              </a:lnSpc>
              <a:spcBef>
                <a:spcPts val="0"/>
              </a:spcBef>
              <a:spcAft>
                <a:spcPts val="0"/>
              </a:spcAft>
              <a:buNone/>
            </a:pPr>
            <a:r>
              <a:rPr lang="ja" sz="1800" b="1" dirty="0">
                <a:solidFill>
                  <a:srgbClr val="3F3F3F"/>
                </a:solidFill>
              </a:rPr>
              <a:t>で</a:t>
            </a:r>
            <a:r>
              <a:rPr lang="ja-JP" altLang="en-US" sz="1800" b="1" dirty="0">
                <a:solidFill>
                  <a:srgbClr val="3F3F3F"/>
                </a:solidFill>
              </a:rPr>
              <a:t>醗酵</a:t>
            </a:r>
            <a:r>
              <a:rPr lang="ja" sz="1800" b="1" dirty="0">
                <a:solidFill>
                  <a:srgbClr val="3F3F3F"/>
                </a:solidFill>
              </a:rPr>
              <a:t>食を作り食の安心安全</a:t>
            </a:r>
            <a:endParaRPr lang="en-US" altLang="ja" sz="1800" b="1" dirty="0">
              <a:solidFill>
                <a:srgbClr val="3F3F3F"/>
              </a:solidFill>
            </a:endParaRPr>
          </a:p>
          <a:p>
            <a:pPr marL="0" marR="0" lvl="0" indent="0" algn="ctr" rtl="0">
              <a:lnSpc>
                <a:spcPct val="100000"/>
              </a:lnSpc>
              <a:spcBef>
                <a:spcPts val="0"/>
              </a:spcBef>
              <a:spcAft>
                <a:spcPts val="0"/>
              </a:spcAft>
              <a:buNone/>
            </a:pPr>
            <a:r>
              <a:rPr lang="ja-JP" altLang="en-US" sz="1800" b="1" dirty="0">
                <a:solidFill>
                  <a:srgbClr val="3F3F3F"/>
                </a:solidFill>
              </a:rPr>
              <a:t>（備蓄）</a:t>
            </a:r>
            <a:r>
              <a:rPr lang="ja" sz="1800" b="1" dirty="0">
                <a:solidFill>
                  <a:srgbClr val="3F3F3F"/>
                </a:solidFill>
              </a:rPr>
              <a:t>を</a:t>
            </a:r>
            <a:endParaRPr sz="1800" b="1" dirty="0">
              <a:solidFill>
                <a:srgbClr val="3F3F3F"/>
              </a:solidFill>
            </a:endParaRPr>
          </a:p>
          <a:p>
            <a:pPr marL="0" marR="0" lvl="0" indent="0" algn="ctr" rtl="0">
              <a:lnSpc>
                <a:spcPct val="100000"/>
              </a:lnSpc>
              <a:spcBef>
                <a:spcPts val="0"/>
              </a:spcBef>
              <a:spcAft>
                <a:spcPts val="0"/>
              </a:spcAft>
              <a:buNone/>
            </a:pPr>
            <a:r>
              <a:rPr lang="ja" sz="1800" b="1" dirty="0">
                <a:solidFill>
                  <a:srgbClr val="3F3F3F"/>
                </a:solidFill>
              </a:rPr>
              <a:t>伝承してゆく</a:t>
            </a:r>
            <a:endParaRPr sz="1800" b="1" i="0" u="none" strike="noStrike" cap="none" dirty="0">
              <a:solidFill>
                <a:srgbClr val="3F3F3F"/>
              </a:solidFill>
              <a:latin typeface="Arial"/>
              <a:ea typeface="Arial"/>
              <a:cs typeface="Arial"/>
              <a:sym typeface="Arial"/>
            </a:endParaRPr>
          </a:p>
        </p:txBody>
      </p:sp>
      <p:grpSp>
        <p:nvGrpSpPr>
          <p:cNvPr id="158" name="Google Shape;158;p25"/>
          <p:cNvGrpSpPr/>
          <p:nvPr/>
        </p:nvGrpSpPr>
        <p:grpSpPr>
          <a:xfrm rot="2863424">
            <a:off x="2253225" y="2230073"/>
            <a:ext cx="858775" cy="858775"/>
            <a:chOff x="924619" y="2136742"/>
            <a:chExt cx="1145100" cy="1145100"/>
          </a:xfrm>
        </p:grpSpPr>
        <p:sp>
          <p:nvSpPr>
            <p:cNvPr id="159" name="Google Shape;159;p25"/>
            <p:cNvSpPr/>
            <p:nvPr/>
          </p:nvSpPr>
          <p:spPr>
            <a:xfrm>
              <a:off x="924619" y="2136742"/>
              <a:ext cx="1145100" cy="1145100"/>
            </a:xfrm>
            <a:prstGeom prst="mathPlus">
              <a:avLst>
                <a:gd name="adj1" fmla="val 23520"/>
              </a:avLst>
            </a:prstGeom>
            <a:solidFill>
              <a:srgbClr val="ABBADE"/>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endParaRPr sz="1100" b="0" i="0" u="none" strike="noStrike" cap="none">
                <a:solidFill>
                  <a:schemeClr val="lt1"/>
                </a:solidFill>
                <a:latin typeface="Arial"/>
                <a:ea typeface="Arial"/>
                <a:cs typeface="Arial"/>
                <a:sym typeface="Arial"/>
              </a:endParaRPr>
            </a:p>
          </p:txBody>
        </p:sp>
        <p:sp>
          <p:nvSpPr>
            <p:cNvPr id="160" name="Google Shape;160;p25"/>
            <p:cNvSpPr/>
            <p:nvPr/>
          </p:nvSpPr>
          <p:spPr>
            <a:xfrm>
              <a:off x="1076413" y="2574660"/>
              <a:ext cx="841500" cy="2694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200" b="0" i="0" u="none" strike="noStrike" cap="none">
                <a:solidFill>
                  <a:schemeClr val="lt1"/>
                </a:solidFill>
                <a:latin typeface="Arial"/>
                <a:ea typeface="Arial"/>
                <a:cs typeface="Arial"/>
                <a:sym typeface="Arial"/>
              </a:endParaRPr>
            </a:p>
          </p:txBody>
        </p:sp>
      </p:grpSp>
      <p:grpSp>
        <p:nvGrpSpPr>
          <p:cNvPr id="161" name="Google Shape;161;p25"/>
          <p:cNvGrpSpPr/>
          <p:nvPr/>
        </p:nvGrpSpPr>
        <p:grpSpPr>
          <a:xfrm>
            <a:off x="5001417" y="2471731"/>
            <a:ext cx="470925" cy="550800"/>
            <a:chOff x="2780605" y="2342085"/>
            <a:chExt cx="627900" cy="734400"/>
          </a:xfrm>
        </p:grpSpPr>
        <p:sp>
          <p:nvSpPr>
            <p:cNvPr id="162" name="Google Shape;162;p25"/>
            <p:cNvSpPr/>
            <p:nvPr/>
          </p:nvSpPr>
          <p:spPr>
            <a:xfrm>
              <a:off x="2780605" y="2342085"/>
              <a:ext cx="627900" cy="734400"/>
            </a:xfrm>
            <a:prstGeom prst="rightArrow">
              <a:avLst>
                <a:gd name="adj1" fmla="val 60000"/>
                <a:gd name="adj2" fmla="val 50000"/>
              </a:avLst>
            </a:prstGeom>
            <a:solidFill>
              <a:srgbClr val="ABBADE"/>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endParaRPr sz="1100" b="0" i="0" u="none" strike="noStrike" cap="none">
                <a:solidFill>
                  <a:schemeClr val="lt1"/>
                </a:solidFill>
                <a:latin typeface="Arial"/>
                <a:ea typeface="Arial"/>
                <a:cs typeface="Arial"/>
                <a:sym typeface="Arial"/>
              </a:endParaRPr>
            </a:p>
          </p:txBody>
        </p:sp>
        <p:sp>
          <p:nvSpPr>
            <p:cNvPr id="163" name="Google Shape;163;p25"/>
            <p:cNvSpPr/>
            <p:nvPr/>
          </p:nvSpPr>
          <p:spPr>
            <a:xfrm>
              <a:off x="2780605" y="2488984"/>
              <a:ext cx="439500" cy="4407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600" b="0" i="0" u="none" strike="noStrike" cap="none">
                <a:solidFill>
                  <a:schemeClr val="lt1"/>
                </a:solidFill>
                <a:latin typeface="Arial"/>
                <a:ea typeface="Arial"/>
                <a:cs typeface="Arial"/>
                <a:sym typeface="Arial"/>
              </a:endParaRPr>
            </a:p>
          </p:txBody>
        </p:sp>
      </p:grpSp>
      <p:sp>
        <p:nvSpPr>
          <p:cNvPr id="164" name="Google Shape;164;p25"/>
          <p:cNvSpPr/>
          <p:nvPr/>
        </p:nvSpPr>
        <p:spPr>
          <a:xfrm>
            <a:off x="135501" y="2347355"/>
            <a:ext cx="2805000" cy="2510400"/>
          </a:xfrm>
          <a:prstGeom prst="ellipse">
            <a:avLst/>
          </a:prstGeom>
          <a:gradFill>
            <a:gsLst>
              <a:gs pos="0">
                <a:srgbClr val="F5F7FC">
                  <a:alpha val="0"/>
                </a:srgbClr>
              </a:gs>
              <a:gs pos="38000">
                <a:srgbClr val="F5F7FC">
                  <a:alpha val="0"/>
                </a:srgbClr>
              </a:gs>
              <a:gs pos="100000">
                <a:srgbClr val="FFFF00"/>
              </a:gs>
            </a:gsLst>
            <a:path path="circle">
              <a:fillToRect l="50000" t="50000" r="50000" b="50000"/>
            </a:path>
            <a:tileRect/>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r>
              <a:rPr lang="ja" sz="1800" b="1" u="sng">
                <a:solidFill>
                  <a:srgbClr val="3F3F3F"/>
                </a:solidFill>
              </a:rPr>
              <a:t>自然農で陸稲、菊芋等を育て</a:t>
            </a:r>
            <a:endParaRPr sz="1800" b="1" i="0" u="sng" strike="noStrike" cap="none">
              <a:solidFill>
                <a:srgbClr val="3F3F3F"/>
              </a:solidFill>
              <a:latin typeface="Arial"/>
              <a:ea typeface="Arial"/>
              <a:cs typeface="Arial"/>
              <a:sym typeface="Arial"/>
            </a:endParaRPr>
          </a:p>
          <a:p>
            <a:pPr marL="0" marR="0" lvl="0" indent="0" algn="ctr" rtl="0">
              <a:lnSpc>
                <a:spcPct val="100000"/>
              </a:lnSpc>
              <a:spcBef>
                <a:spcPts val="0"/>
              </a:spcBef>
              <a:spcAft>
                <a:spcPts val="0"/>
              </a:spcAft>
              <a:buNone/>
            </a:pPr>
            <a:r>
              <a:rPr lang="ja" sz="1800" b="1" i="0" u="sng" strike="noStrike" cap="none">
                <a:solidFill>
                  <a:srgbClr val="3F3F3F"/>
                </a:solidFill>
                <a:latin typeface="Arial"/>
                <a:ea typeface="Arial"/>
                <a:cs typeface="Arial"/>
                <a:sym typeface="Arial"/>
              </a:rPr>
              <a:t>達成してきた</a:t>
            </a:r>
            <a:endParaRPr sz="1800" b="1" i="0" u="sng" strike="noStrike" cap="none">
              <a:solidFill>
                <a:srgbClr val="3F3F3F"/>
              </a:solidFill>
              <a:latin typeface="Arial"/>
              <a:ea typeface="Arial"/>
              <a:cs typeface="Arial"/>
              <a:sym typeface="Arial"/>
            </a:endParaRPr>
          </a:p>
          <a:p>
            <a:pPr marL="0" marR="0" lvl="0" indent="0" algn="ctr" rtl="0">
              <a:lnSpc>
                <a:spcPct val="100000"/>
              </a:lnSpc>
              <a:spcBef>
                <a:spcPts val="0"/>
              </a:spcBef>
              <a:spcAft>
                <a:spcPts val="0"/>
              </a:spcAft>
              <a:buNone/>
            </a:pPr>
            <a:r>
              <a:rPr lang="ja" sz="1800" b="1" i="0" u="sng" strike="noStrike" cap="none">
                <a:solidFill>
                  <a:srgbClr val="3F3F3F"/>
                </a:solidFill>
                <a:latin typeface="Arial"/>
                <a:ea typeface="Arial"/>
                <a:cs typeface="Arial"/>
                <a:sym typeface="Arial"/>
              </a:rPr>
              <a:t>頑張らない</a:t>
            </a:r>
            <a:endParaRPr sz="1800" b="1" i="0" u="sng" strike="noStrike" cap="none">
              <a:solidFill>
                <a:srgbClr val="3F3F3F"/>
              </a:solidFill>
              <a:latin typeface="Arial"/>
              <a:ea typeface="Arial"/>
              <a:cs typeface="Arial"/>
              <a:sym typeface="Arial"/>
            </a:endParaRPr>
          </a:p>
          <a:p>
            <a:pPr marL="0" marR="0" lvl="0" indent="0" algn="l" rtl="0">
              <a:lnSpc>
                <a:spcPct val="100000"/>
              </a:lnSpc>
              <a:spcBef>
                <a:spcPts val="0"/>
              </a:spcBef>
              <a:spcAft>
                <a:spcPts val="0"/>
              </a:spcAft>
              <a:buNone/>
            </a:pPr>
            <a:r>
              <a:rPr lang="ja" sz="1800" b="1" u="sng">
                <a:solidFill>
                  <a:srgbClr val="3F3F3F"/>
                </a:solidFill>
              </a:rPr>
              <a:t>　天給自足経験</a:t>
            </a:r>
            <a:endParaRPr sz="1800" b="1" i="0" u="sng" strike="noStrike" cap="none">
              <a:solidFill>
                <a:srgbClr val="3F3F3F"/>
              </a:solidFill>
              <a:latin typeface="Arial"/>
              <a:ea typeface="Arial"/>
              <a:cs typeface="Arial"/>
              <a:sym typeface="Arial"/>
            </a:endParaRPr>
          </a:p>
        </p:txBody>
      </p:sp>
      <p:sp>
        <p:nvSpPr>
          <p:cNvPr id="165" name="Google Shape;165;p25"/>
          <p:cNvSpPr/>
          <p:nvPr/>
        </p:nvSpPr>
        <p:spPr>
          <a:xfrm>
            <a:off x="1496089" y="567804"/>
            <a:ext cx="2856000" cy="2286300"/>
          </a:xfrm>
          <a:prstGeom prst="ellipse">
            <a:avLst/>
          </a:prstGeom>
          <a:gradFill>
            <a:gsLst>
              <a:gs pos="0">
                <a:srgbClr val="F5F7FC">
                  <a:alpha val="0"/>
                </a:srgbClr>
              </a:gs>
              <a:gs pos="38000">
                <a:srgbClr val="F5F7FC">
                  <a:alpha val="0"/>
                </a:srgbClr>
              </a:gs>
              <a:gs pos="100000">
                <a:srgbClr val="00B0F0"/>
              </a:gs>
            </a:gsLst>
            <a:path path="circle">
              <a:fillToRect l="50000" t="50000" r="50000" b="50000"/>
            </a:path>
            <a:tileRect/>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r>
              <a:rPr lang="en-US" altLang="ja-JP" sz="1800" b="1" u="sng" dirty="0">
                <a:solidFill>
                  <a:srgbClr val="3F3F3F"/>
                </a:solidFill>
              </a:rPr>
              <a:t>50</a:t>
            </a:r>
            <a:r>
              <a:rPr lang="ja" sz="1800" b="1" u="sng" dirty="0">
                <a:solidFill>
                  <a:srgbClr val="3F3F3F"/>
                </a:solidFill>
              </a:rPr>
              <a:t>年間</a:t>
            </a:r>
            <a:r>
              <a:rPr lang="ja" sz="1800" b="1" i="0" u="sng" strike="noStrike" cap="none" dirty="0">
                <a:solidFill>
                  <a:srgbClr val="3F3F3F"/>
                </a:solidFill>
                <a:latin typeface="Arial"/>
                <a:ea typeface="Arial"/>
                <a:cs typeface="Arial"/>
                <a:sym typeface="Arial"/>
              </a:rPr>
              <a:t>で学んだ</a:t>
            </a:r>
            <a:endParaRPr sz="1800" b="1" i="0" u="sng" strike="noStrike" cap="none" dirty="0">
              <a:solidFill>
                <a:srgbClr val="3F3F3F"/>
              </a:solidFill>
              <a:latin typeface="Arial"/>
              <a:ea typeface="Arial"/>
              <a:cs typeface="Arial"/>
              <a:sym typeface="Arial"/>
            </a:endParaRPr>
          </a:p>
          <a:p>
            <a:pPr marL="0" marR="0" lvl="0" indent="0" algn="ctr" rtl="0">
              <a:lnSpc>
                <a:spcPct val="100000"/>
              </a:lnSpc>
              <a:spcBef>
                <a:spcPts val="0"/>
              </a:spcBef>
              <a:spcAft>
                <a:spcPts val="0"/>
              </a:spcAft>
              <a:buNone/>
            </a:pPr>
            <a:r>
              <a:rPr lang="ja" sz="1800" b="1" u="sng" dirty="0">
                <a:solidFill>
                  <a:srgbClr val="3F3F3F"/>
                </a:solidFill>
              </a:rPr>
              <a:t>食（</a:t>
            </a:r>
            <a:r>
              <a:rPr lang="ja-JP" altLang="en-US" sz="1800" b="1" u="sng" dirty="0">
                <a:solidFill>
                  <a:srgbClr val="3F3F3F"/>
                </a:solidFill>
              </a:rPr>
              <a:t>調理、</a:t>
            </a:r>
            <a:r>
              <a:rPr lang="ja" sz="1800" b="1" u="sng" dirty="0">
                <a:solidFill>
                  <a:srgbClr val="3F3F3F"/>
                </a:solidFill>
              </a:rPr>
              <a:t>菓子</a:t>
            </a:r>
            <a:r>
              <a:rPr lang="ja-JP" altLang="en-US" sz="1800" b="1" u="sng" dirty="0">
                <a:solidFill>
                  <a:srgbClr val="3F3F3F"/>
                </a:solidFill>
              </a:rPr>
              <a:t>、</a:t>
            </a:r>
            <a:r>
              <a:rPr lang="ja" sz="1800" b="1" u="sng" dirty="0">
                <a:solidFill>
                  <a:srgbClr val="3F3F3F"/>
                </a:solidFill>
              </a:rPr>
              <a:t>パン）の技術</a:t>
            </a:r>
            <a:endParaRPr sz="1800" b="0" i="0" u="none" strike="noStrike" cap="none" dirty="0">
              <a:solidFill>
                <a:srgbClr val="3F3F3F"/>
              </a:solidFill>
              <a:latin typeface="Arial"/>
              <a:ea typeface="Arial"/>
              <a:cs typeface="Arial"/>
              <a:sym typeface="Arial"/>
            </a:endParaRPr>
          </a:p>
        </p:txBody>
      </p:sp>
      <p:sp>
        <p:nvSpPr>
          <p:cNvPr id="166" name="Google Shape;166;p25"/>
          <p:cNvSpPr/>
          <p:nvPr/>
        </p:nvSpPr>
        <p:spPr>
          <a:xfrm>
            <a:off x="5636499" y="666947"/>
            <a:ext cx="3372000" cy="3809605"/>
          </a:xfrm>
          <a:prstGeom prst="ellipse">
            <a:avLst/>
          </a:prstGeom>
          <a:gradFill>
            <a:gsLst>
              <a:gs pos="0">
                <a:srgbClr val="F5F7FC">
                  <a:alpha val="0"/>
                </a:srgbClr>
              </a:gs>
              <a:gs pos="38000">
                <a:srgbClr val="F5F7FC">
                  <a:alpha val="0"/>
                </a:srgbClr>
              </a:gs>
              <a:gs pos="100000">
                <a:srgbClr val="FF66FF"/>
              </a:gs>
            </a:gsLst>
            <a:path path="circle">
              <a:fillToRect l="50000" t="50000" r="50000" b="50000"/>
            </a:path>
            <a:tileRect/>
          </a:grad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None/>
            </a:pPr>
            <a:r>
              <a:rPr lang="ja-JP" altLang="en-US" sz="2100" b="1" u="sng" dirty="0">
                <a:solidFill>
                  <a:srgbClr val="3F3F3F"/>
                </a:solidFill>
              </a:rPr>
              <a:t>天給自足、醗酵で</a:t>
            </a:r>
            <a:r>
              <a:rPr lang="ja" sz="2100" b="1" u="sng" dirty="0">
                <a:solidFill>
                  <a:srgbClr val="3F3F3F"/>
                </a:solidFill>
              </a:rPr>
              <a:t>家族</a:t>
            </a:r>
            <a:r>
              <a:rPr lang="ja-JP" altLang="en-US" sz="2100" b="1" u="sng" dirty="0">
                <a:solidFill>
                  <a:srgbClr val="3F3F3F"/>
                </a:solidFill>
              </a:rPr>
              <a:t>が最後まで</a:t>
            </a:r>
            <a:r>
              <a:rPr lang="ja" sz="2100" b="1" u="sng" dirty="0">
                <a:solidFill>
                  <a:srgbClr val="3F3F3F"/>
                </a:solidFill>
              </a:rPr>
              <a:t>健康</a:t>
            </a:r>
            <a:r>
              <a:rPr lang="ja-JP" altLang="en-US" sz="2100" b="1" u="sng" dirty="0">
                <a:solidFill>
                  <a:srgbClr val="3F3F3F"/>
                </a:solidFill>
              </a:rPr>
              <a:t>で楽しい毎日を</a:t>
            </a:r>
            <a:r>
              <a:rPr lang="ja" sz="2100" b="1" u="sng" dirty="0">
                <a:solidFill>
                  <a:srgbClr val="3F3F3F"/>
                </a:solidFill>
              </a:rPr>
              <a:t>実現</a:t>
            </a:r>
            <a:endParaRPr lang="en-US" altLang="ja" sz="2100" b="1" u="sng" dirty="0">
              <a:solidFill>
                <a:srgbClr val="3F3F3F"/>
              </a:solidFill>
            </a:endParaRPr>
          </a:p>
          <a:p>
            <a:pPr marL="0" marR="0" lvl="0" indent="0" algn="ctr" rtl="0">
              <a:lnSpc>
                <a:spcPct val="100000"/>
              </a:lnSpc>
              <a:spcBef>
                <a:spcPts val="0"/>
              </a:spcBef>
              <a:spcAft>
                <a:spcPts val="0"/>
              </a:spcAft>
              <a:buNone/>
            </a:pPr>
            <a:r>
              <a:rPr lang="ja-JP" altLang="en-US" sz="2100" b="1" u="sng" dirty="0">
                <a:solidFill>
                  <a:srgbClr val="3F3F3F"/>
                </a:solidFill>
              </a:rPr>
              <a:t>伝承者、講師としての</a:t>
            </a:r>
            <a:r>
              <a:rPr lang="ja" sz="2100" b="1" i="0" u="sng" strike="noStrike" cap="none" dirty="0">
                <a:solidFill>
                  <a:srgbClr val="3F3F3F"/>
                </a:solidFill>
                <a:latin typeface="Arial"/>
                <a:ea typeface="Arial"/>
                <a:cs typeface="Arial"/>
                <a:sym typeface="Arial"/>
              </a:rPr>
              <a:t>社会貢献</a:t>
            </a:r>
            <a:r>
              <a:rPr lang="ja-JP" altLang="en-US" sz="2100" b="1" u="sng" dirty="0">
                <a:solidFill>
                  <a:srgbClr val="3F3F3F"/>
                </a:solidFill>
              </a:rPr>
              <a:t>して</a:t>
            </a:r>
            <a:endParaRPr sz="2100" b="1" i="0" u="sng" strike="noStrike" cap="none" dirty="0">
              <a:solidFill>
                <a:srgbClr val="3F3F3F"/>
              </a:solidFill>
              <a:latin typeface="Arial"/>
              <a:ea typeface="Arial"/>
              <a:cs typeface="Arial"/>
              <a:sym typeface="Arial"/>
            </a:endParaRPr>
          </a:p>
          <a:p>
            <a:pPr marL="0" marR="0" lvl="0" indent="0" algn="ctr" rtl="0">
              <a:lnSpc>
                <a:spcPct val="100000"/>
              </a:lnSpc>
              <a:spcBef>
                <a:spcPts val="0"/>
              </a:spcBef>
              <a:spcAft>
                <a:spcPts val="0"/>
              </a:spcAft>
              <a:buNone/>
            </a:pPr>
            <a:r>
              <a:rPr lang="ja" sz="2100" b="1" i="0" u="sng" strike="noStrike" cap="none" dirty="0">
                <a:solidFill>
                  <a:srgbClr val="3F3F3F"/>
                </a:solidFill>
                <a:latin typeface="Arial"/>
                <a:ea typeface="Arial"/>
                <a:cs typeface="Arial"/>
                <a:sym typeface="Arial"/>
              </a:rPr>
              <a:t>自分らしく</a:t>
            </a:r>
            <a:endParaRPr sz="2100" b="1" i="0" u="sng" strike="noStrike" cap="none" dirty="0">
              <a:solidFill>
                <a:srgbClr val="3F3F3F"/>
              </a:solidFill>
              <a:latin typeface="Arial"/>
              <a:ea typeface="Arial"/>
              <a:cs typeface="Arial"/>
              <a:sym typeface="Arial"/>
            </a:endParaRPr>
          </a:p>
          <a:p>
            <a:pPr marL="0" marR="0" lvl="0" indent="0" algn="ctr" rtl="0">
              <a:lnSpc>
                <a:spcPct val="100000"/>
              </a:lnSpc>
              <a:spcBef>
                <a:spcPts val="0"/>
              </a:spcBef>
              <a:spcAft>
                <a:spcPts val="0"/>
              </a:spcAft>
              <a:buNone/>
            </a:pPr>
            <a:r>
              <a:rPr lang="ja" sz="2100" b="1" u="sng" dirty="0">
                <a:solidFill>
                  <a:srgbClr val="3F3F3F"/>
                </a:solidFill>
              </a:rPr>
              <a:t>自然を楽し</a:t>
            </a:r>
            <a:r>
              <a:rPr lang="ja-JP" altLang="en-US" sz="2100" b="1" u="sng" dirty="0">
                <a:solidFill>
                  <a:srgbClr val="3F3F3F"/>
                </a:solidFill>
              </a:rPr>
              <a:t>み輝く</a:t>
            </a:r>
            <a:r>
              <a:rPr lang="ja" sz="2100" b="1" i="0" u="sng" strike="noStrike" cap="none" dirty="0">
                <a:solidFill>
                  <a:srgbClr val="3F3F3F"/>
                </a:solidFill>
                <a:latin typeface="Arial"/>
                <a:ea typeface="Arial"/>
                <a:cs typeface="Arial"/>
                <a:sym typeface="Arial"/>
              </a:rPr>
              <a:t>人生</a:t>
            </a:r>
            <a:endParaRPr sz="2100" b="1" i="0" u="sng" strike="noStrike" cap="none" dirty="0">
              <a:solidFill>
                <a:srgbClr val="3F3F3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7"/>
                                        </p:tgtEl>
                                        <p:attrNameLst>
                                          <p:attrName>style.visibility</p:attrName>
                                        </p:attrNameLst>
                                      </p:cBhvr>
                                      <p:to>
                                        <p:strVal val="visible"/>
                                      </p:to>
                                    </p:set>
                                    <p:anim calcmode="lin" valueType="num">
                                      <p:cBhvr additive="base">
                                        <p:cTn id="7" dur="500"/>
                                        <p:tgtEl>
                                          <p:spTgt spid="157"/>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58"/>
                                        </p:tgtEl>
                                        <p:attrNameLst>
                                          <p:attrName>style.visibility</p:attrName>
                                        </p:attrNameLst>
                                      </p:cBhvr>
                                      <p:to>
                                        <p:strVal val="visible"/>
                                      </p:to>
                                    </p:set>
                                    <p:anim calcmode="lin" valueType="num">
                                      <p:cBhvr additive="base">
                                        <p:cTn id="10" dur="500"/>
                                        <p:tgtEl>
                                          <p:spTgt spid="158"/>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164"/>
                                        </p:tgtEl>
                                        <p:attrNameLst>
                                          <p:attrName>style.visibility</p:attrName>
                                        </p:attrNameLst>
                                      </p:cBhvr>
                                      <p:to>
                                        <p:strVal val="visible"/>
                                      </p:to>
                                    </p:set>
                                    <p:anim calcmode="lin" valueType="num">
                                      <p:cBhvr additive="base">
                                        <p:cTn id="13" dur="500"/>
                                        <p:tgtEl>
                                          <p:spTgt spid="164"/>
                                        </p:tgtEl>
                                        <p:attrNameLst>
                                          <p:attrName>ppt_y</p:attrName>
                                        </p:attrNameLst>
                                      </p:cBhvr>
                                      <p:tavLst>
                                        <p:tav tm="0">
                                          <p:val>
                                            <p:strVal val="#ppt_y+1"/>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65"/>
                                        </p:tgtEl>
                                        <p:attrNameLst>
                                          <p:attrName>style.visibility</p:attrName>
                                        </p:attrNameLst>
                                      </p:cBhvr>
                                      <p:to>
                                        <p:strVal val="visible"/>
                                      </p:to>
                                    </p:set>
                                    <p:anim calcmode="lin" valueType="num">
                                      <p:cBhvr additive="base">
                                        <p:cTn id="16" dur="500"/>
                                        <p:tgtEl>
                                          <p:spTgt spid="16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61"/>
                                        </p:tgtEl>
                                        <p:attrNameLst>
                                          <p:attrName>style.visibility</p:attrName>
                                        </p:attrNameLst>
                                      </p:cBhvr>
                                      <p:to>
                                        <p:strVal val="visible"/>
                                      </p:to>
                                    </p:set>
                                    <p:anim calcmode="lin" valueType="num">
                                      <p:cBhvr additive="base">
                                        <p:cTn id="21" dur="500"/>
                                        <p:tgtEl>
                                          <p:spTgt spid="161"/>
                                        </p:tgtEl>
                                        <p:attrNameLst>
                                          <p:attrName>ppt_y</p:attrName>
                                        </p:attrNameLst>
                                      </p:cBhvr>
                                      <p:tavLst>
                                        <p:tav tm="0">
                                          <p:val>
                                            <p:strVal val="#ppt_y+1"/>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66"/>
                                        </p:tgtEl>
                                        <p:attrNameLst>
                                          <p:attrName>style.visibility</p:attrName>
                                        </p:attrNameLst>
                                      </p:cBhvr>
                                      <p:to>
                                        <p:strVal val="visible"/>
                                      </p:to>
                                    </p:set>
                                    <p:anim calcmode="lin" valueType="num">
                                      <p:cBhvr additive="base">
                                        <p:cTn id="24" dur="500"/>
                                        <p:tgtEl>
                                          <p:spTgt spid="16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20E9CF6C-87ED-F7F0-8C3B-03898F380AB5}"/>
            </a:ext>
          </a:extLst>
        </p:cNvPr>
        <p:cNvGrpSpPr/>
        <p:nvPr/>
      </p:nvGrpSpPr>
      <p:grpSpPr>
        <a:xfrm>
          <a:off x="0" y="0"/>
          <a:ext cx="0" cy="0"/>
          <a:chOff x="0" y="0"/>
          <a:chExt cx="0" cy="0"/>
        </a:xfrm>
      </p:grpSpPr>
      <p:sp>
        <p:nvSpPr>
          <p:cNvPr id="100" name="Google Shape;100;p19">
            <a:extLst>
              <a:ext uri="{FF2B5EF4-FFF2-40B4-BE49-F238E27FC236}">
                <a16:creationId xmlns:a16="http://schemas.microsoft.com/office/drawing/2014/main" id="{0F8EBF50-8CC6-4047-D6BE-152870EE8F18}"/>
              </a:ext>
            </a:extLst>
          </p:cNvPr>
          <p:cNvSpPr txBox="1">
            <a:spLocks noGrp="1"/>
          </p:cNvSpPr>
          <p:nvPr>
            <p:ph type="ctrTitle"/>
          </p:nvPr>
        </p:nvSpPr>
        <p:spPr>
          <a:xfrm>
            <a:off x="95074" y="944138"/>
            <a:ext cx="8625179" cy="4199362"/>
          </a:xfrm>
          <a:prstGeom prst="rect">
            <a:avLst/>
          </a:prstGeom>
          <a:noFill/>
          <a:ln>
            <a:noFill/>
          </a:ln>
        </p:spPr>
        <p:txBody>
          <a:bodyPr spcFirstLastPara="1" wrap="square" lIns="68575" tIns="34275" rIns="68575" bIns="34275" anchor="t" anchorCtr="0">
            <a:noAutofit/>
          </a:bodyPr>
          <a:lstStyle/>
          <a:p>
            <a:pPr marL="0" lvl="0" indent="0" algn="l" rtl="0">
              <a:lnSpc>
                <a:spcPct val="125000"/>
              </a:lnSpc>
              <a:spcBef>
                <a:spcPts val="0"/>
              </a:spcBef>
              <a:spcAft>
                <a:spcPts val="0"/>
              </a:spcAft>
              <a:buClr>
                <a:schemeClr val="dk1"/>
              </a:buClr>
              <a:buSzPts val="2400"/>
              <a:buFont typeface="Calibri"/>
              <a:buNone/>
            </a:pPr>
            <a:r>
              <a:rPr lang="ja" sz="2400" dirty="0"/>
              <a:t>●</a:t>
            </a:r>
            <a:r>
              <a:rPr lang="ja-JP" altLang="en-US" sz="2400" dirty="0"/>
              <a:t>うすめの法則（学び浸透の法則）</a:t>
            </a:r>
            <a:br>
              <a:rPr lang="en-US" altLang="ja-JP" sz="2400" dirty="0"/>
            </a:br>
            <a:r>
              <a:rPr lang="ja-JP" altLang="en-US" sz="2400" dirty="0">
                <a:solidFill>
                  <a:srgbClr val="FF0000"/>
                </a:solidFill>
              </a:rPr>
              <a:t>う</a:t>
            </a:r>
            <a:r>
              <a:rPr lang="ja-JP" altLang="en-US" sz="2400" dirty="0"/>
              <a:t>なずき、</a:t>
            </a:r>
            <a:r>
              <a:rPr lang="ja-JP" altLang="en-US" sz="2400" dirty="0">
                <a:solidFill>
                  <a:srgbClr val="FF0000"/>
                </a:solidFill>
              </a:rPr>
              <a:t>ス</a:t>
            </a:r>
            <a:r>
              <a:rPr lang="ja-JP" altLang="en-US" sz="2400" dirty="0"/>
              <a:t>マイル、</a:t>
            </a:r>
            <a:r>
              <a:rPr lang="ja-JP" altLang="en-US" sz="2400" dirty="0">
                <a:solidFill>
                  <a:srgbClr val="FF0000"/>
                </a:solidFill>
              </a:rPr>
              <a:t>メ</a:t>
            </a:r>
            <a:r>
              <a:rPr lang="ja-JP" altLang="en-US" sz="2400" dirty="0"/>
              <a:t>モ</a:t>
            </a:r>
            <a:br>
              <a:rPr lang="ja" sz="2400" dirty="0"/>
            </a:br>
            <a:r>
              <a:rPr lang="ja-JP" altLang="en-US" sz="2400" dirty="0"/>
              <a:t>をしている人が学びの浸透がいいということです。</a:t>
            </a:r>
            <a:r>
              <a:rPr lang="ja-JP" altLang="en-US" sz="2400" dirty="0">
                <a:solidFill>
                  <a:srgbClr val="FF0000"/>
                </a:solidFill>
              </a:rPr>
              <a:t>しかし！</a:t>
            </a:r>
            <a:br>
              <a:rPr lang="en-US" altLang="ja-JP" sz="2400" dirty="0"/>
            </a:br>
            <a:r>
              <a:rPr lang="ja-JP" altLang="en-US" sz="2400" dirty="0"/>
              <a:t>聞いただけでは</a:t>
            </a:r>
            <a:r>
              <a:rPr lang="ja-JP" altLang="en-US" sz="2400" dirty="0">
                <a:solidFill>
                  <a:srgbClr val="FF0000"/>
                </a:solidFill>
              </a:rPr>
              <a:t>６％</a:t>
            </a:r>
            <a:r>
              <a:rPr lang="ja-JP" altLang="en-US" sz="2400" dirty="0"/>
              <a:t>、アウトプットして</a:t>
            </a:r>
            <a:r>
              <a:rPr lang="ja-JP" altLang="en-US" sz="2400" dirty="0">
                <a:solidFill>
                  <a:srgbClr val="FF0000"/>
                </a:solidFill>
              </a:rPr>
              <a:t>５４％</a:t>
            </a:r>
            <a:r>
              <a:rPr lang="ja-JP" altLang="en-US" sz="2400" dirty="0">
                <a:solidFill>
                  <a:schemeClr val="tx1">
                    <a:lumMod val="95000"/>
                    <a:lumOff val="5000"/>
                  </a:schemeClr>
                </a:solidFill>
              </a:rPr>
              <a:t>、</a:t>
            </a:r>
            <a:br>
              <a:rPr lang="en-US" altLang="ja-JP" sz="2400" dirty="0"/>
            </a:br>
            <a:r>
              <a:rPr lang="ja-JP" altLang="en-US" sz="2400" dirty="0"/>
              <a:t>実践して</a:t>
            </a:r>
            <a:r>
              <a:rPr lang="ja-JP" altLang="en-US" sz="2400" dirty="0">
                <a:solidFill>
                  <a:srgbClr val="FF0000"/>
                </a:solidFill>
              </a:rPr>
              <a:t>７５％</a:t>
            </a:r>
            <a:r>
              <a:rPr lang="ja-JP" altLang="en-US" sz="2400" dirty="0"/>
              <a:t>、人に教えて</a:t>
            </a:r>
            <a:r>
              <a:rPr lang="ja-JP" altLang="en-US" sz="2400" dirty="0">
                <a:solidFill>
                  <a:srgbClr val="FF0000"/>
                </a:solidFill>
              </a:rPr>
              <a:t>９０％</a:t>
            </a:r>
            <a:r>
              <a:rPr lang="ja-JP" altLang="en-US" sz="2400" dirty="0">
                <a:solidFill>
                  <a:schemeClr val="tx1">
                    <a:lumMod val="95000"/>
                    <a:lumOff val="5000"/>
                  </a:schemeClr>
                </a:solidFill>
              </a:rPr>
              <a:t>の</a:t>
            </a:r>
            <a:r>
              <a:rPr lang="ja-JP" altLang="en-US" sz="2400" dirty="0">
                <a:solidFill>
                  <a:srgbClr val="FF0000"/>
                </a:solidFill>
              </a:rPr>
              <a:t>学びの浸透</a:t>
            </a:r>
            <a:r>
              <a:rPr lang="ja-JP" altLang="en-US" sz="2400" dirty="0"/>
              <a:t>なのです！</a:t>
            </a:r>
            <a:br>
              <a:rPr lang="en-US" altLang="ja-JP" sz="2400" dirty="0"/>
            </a:br>
            <a:r>
              <a:rPr lang="ja-JP" altLang="en-US" sz="2400" dirty="0"/>
              <a:t>昨年から受講して頂いた方には必ず講師、伝承者として次の日に教えるという心構えで参加してくださいと伝えました。そうしたら、受講後次の週に早速講座を開催して頂ける方が出てきました。伝える心構えの大切さを学びました</a:t>
            </a:r>
            <a:endParaRPr sz="2400" b="1" dirty="0">
              <a:solidFill>
                <a:srgbClr val="FF0000"/>
              </a:solidFill>
            </a:endParaRPr>
          </a:p>
        </p:txBody>
      </p:sp>
      <p:sp>
        <p:nvSpPr>
          <p:cNvPr id="101" name="Google Shape;101;p19">
            <a:extLst>
              <a:ext uri="{FF2B5EF4-FFF2-40B4-BE49-F238E27FC236}">
                <a16:creationId xmlns:a16="http://schemas.microsoft.com/office/drawing/2014/main" id="{A47B31F3-B665-705B-9F02-9AF1A11F28F6}"/>
              </a:ext>
            </a:extLst>
          </p:cNvPr>
          <p:cNvSpPr txBox="1"/>
          <p:nvPr/>
        </p:nvSpPr>
        <p:spPr>
          <a:xfrm>
            <a:off x="334877" y="417075"/>
            <a:ext cx="8028366" cy="438551"/>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 sz="2400" b="1" i="0" u="none" strike="noStrike" cap="none" dirty="0">
                <a:solidFill>
                  <a:srgbClr val="3F3F3F"/>
                </a:solidFill>
                <a:latin typeface="Calibri"/>
                <a:ea typeface="Calibri"/>
                <a:cs typeface="Calibri"/>
                <a:sym typeface="Calibri"/>
              </a:rPr>
              <a:t>＜</a:t>
            </a:r>
            <a:r>
              <a:rPr lang="ja-JP" altLang="en-US" sz="2400" b="1" dirty="0">
                <a:solidFill>
                  <a:srgbClr val="00B050"/>
                </a:solidFill>
                <a:latin typeface="Calibri"/>
                <a:ea typeface="Calibri"/>
                <a:cs typeface="Calibri"/>
                <a:sym typeface="Calibri"/>
              </a:rPr>
              <a:t>なぜ</a:t>
            </a:r>
            <a:r>
              <a:rPr lang="ja" sz="2400" b="1" dirty="0">
                <a:solidFill>
                  <a:srgbClr val="00B050"/>
                </a:solidFill>
                <a:latin typeface="Calibri"/>
                <a:ea typeface="Calibri"/>
                <a:cs typeface="Calibri"/>
                <a:sym typeface="Calibri"/>
              </a:rPr>
              <a:t>講師</a:t>
            </a:r>
            <a:r>
              <a:rPr lang="ja-JP" altLang="en-US" sz="2400" b="1" dirty="0">
                <a:solidFill>
                  <a:srgbClr val="00B050"/>
                </a:solidFill>
                <a:latin typeface="Calibri"/>
                <a:ea typeface="Calibri"/>
                <a:cs typeface="Calibri"/>
                <a:sym typeface="Calibri"/>
              </a:rPr>
              <a:t>、伝承者が増えないのか、増やしたいのか</a:t>
            </a:r>
            <a:r>
              <a:rPr lang="en-US" altLang="ja-JP" sz="2400" b="1" dirty="0">
                <a:solidFill>
                  <a:srgbClr val="00B050"/>
                </a:solidFill>
                <a:latin typeface="Calibri"/>
                <a:ea typeface="Calibri"/>
                <a:cs typeface="Calibri"/>
                <a:sym typeface="Calibri"/>
              </a:rPr>
              <a:t>‼</a:t>
            </a:r>
            <a:r>
              <a:rPr lang="ja" sz="2400" b="1" i="0" u="none" strike="noStrike" cap="none" dirty="0">
                <a:solidFill>
                  <a:srgbClr val="3F3F3F"/>
                </a:solidFill>
                <a:latin typeface="Calibri"/>
                <a:ea typeface="Calibri"/>
                <a:cs typeface="Calibri"/>
                <a:sym typeface="Calibri"/>
              </a:rPr>
              <a:t>＞</a:t>
            </a:r>
            <a:endParaRPr sz="2400" b="1" i="0" u="none" strike="noStrike" cap="none" dirty="0">
              <a:solidFill>
                <a:srgbClr val="3F3F3F"/>
              </a:solidFill>
              <a:latin typeface="Calibri"/>
              <a:ea typeface="Calibri"/>
              <a:cs typeface="Calibri"/>
              <a:sym typeface="Calibri"/>
            </a:endParaRPr>
          </a:p>
        </p:txBody>
      </p:sp>
    </p:spTree>
    <p:extLst>
      <p:ext uri="{BB962C8B-B14F-4D97-AF65-F5344CB8AC3E}">
        <p14:creationId xmlns:p14="http://schemas.microsoft.com/office/powerpoint/2010/main" val="841040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6"/>
          <p:cNvSpPr txBox="1"/>
          <p:nvPr/>
        </p:nvSpPr>
        <p:spPr>
          <a:xfrm>
            <a:off x="2787550" y="2571750"/>
            <a:ext cx="5998800" cy="191587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ja" sz="2400" dirty="0">
                <a:solidFill>
                  <a:schemeClr val="dk1"/>
                </a:solidFill>
                <a:latin typeface="Calibri"/>
                <a:ea typeface="Calibri"/>
                <a:cs typeface="Calibri"/>
                <a:sym typeface="Calibri"/>
              </a:rPr>
              <a:t>息子さんがおなかを下しやすい体質との事で、</a:t>
            </a:r>
            <a:r>
              <a:rPr lang="ja-JP" altLang="en-US" sz="2400" dirty="0">
                <a:solidFill>
                  <a:schemeClr val="dk1"/>
                </a:solidFill>
                <a:latin typeface="Calibri"/>
                <a:ea typeface="Calibri"/>
                <a:cs typeface="Calibri"/>
                <a:sym typeface="Calibri"/>
              </a:rPr>
              <a:t>醗酵</a:t>
            </a:r>
            <a:r>
              <a:rPr lang="ja" sz="2400" dirty="0">
                <a:solidFill>
                  <a:schemeClr val="dk1"/>
                </a:solidFill>
                <a:latin typeface="Calibri"/>
                <a:ea typeface="Calibri"/>
                <a:cs typeface="Calibri"/>
                <a:sym typeface="Calibri"/>
              </a:rPr>
              <a:t>食が身体</a:t>
            </a:r>
            <a:r>
              <a:rPr lang="ja" sz="2400" dirty="0"/>
              <a:t>によいとお考えになり参加、今ではいろんな</a:t>
            </a:r>
            <a:r>
              <a:rPr lang="ja-JP" altLang="en-US" sz="2400" dirty="0"/>
              <a:t>醗酵</a:t>
            </a:r>
            <a:r>
              <a:rPr lang="ja" sz="2400" dirty="0"/>
              <a:t>食を作りアレンジして楽しん</a:t>
            </a:r>
            <a:r>
              <a:rPr lang="ja-JP" altLang="en-US" sz="2400" dirty="0"/>
              <a:t>いらっしゃい</a:t>
            </a:r>
            <a:r>
              <a:rPr lang="ja" sz="2400" dirty="0"/>
              <a:t>ます。とても喜ばれています。</a:t>
            </a:r>
            <a:endParaRPr lang="ja-JP" altLang="en-US" sz="2400" dirty="0"/>
          </a:p>
        </p:txBody>
      </p:sp>
      <p:sp>
        <p:nvSpPr>
          <p:cNvPr id="172" name="Google Shape;172;p26"/>
          <p:cNvSpPr txBox="1"/>
          <p:nvPr/>
        </p:nvSpPr>
        <p:spPr>
          <a:xfrm>
            <a:off x="2787550" y="1128944"/>
            <a:ext cx="5208600" cy="746328"/>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ja" sz="2200">
                <a:solidFill>
                  <a:schemeClr val="dk1"/>
                </a:solidFill>
                <a:latin typeface="Calibri"/>
                <a:ea typeface="Calibri"/>
                <a:cs typeface="Calibri"/>
                <a:sym typeface="Calibri"/>
              </a:rPr>
              <a:t>清水啓司先生＆千秋さん</a:t>
            </a:r>
            <a:r>
              <a:rPr lang="ja" sz="2200" b="0" i="0" u="none" strike="noStrike" cap="none">
                <a:solidFill>
                  <a:schemeClr val="dk1"/>
                </a:solidFill>
                <a:latin typeface="Calibri"/>
                <a:ea typeface="Calibri"/>
                <a:cs typeface="Calibri"/>
                <a:sym typeface="Calibri"/>
              </a:rPr>
              <a:t>／</a:t>
            </a:r>
            <a:r>
              <a:rPr lang="ja" sz="2200" dirty="0">
                <a:solidFill>
                  <a:schemeClr val="dk1"/>
                </a:solidFill>
                <a:latin typeface="Calibri"/>
                <a:ea typeface="Calibri"/>
                <a:cs typeface="Calibri"/>
                <a:sym typeface="Calibri"/>
              </a:rPr>
              <a:t>60</a:t>
            </a:r>
            <a:r>
              <a:rPr lang="ja-JP" altLang="en-US" sz="2200" dirty="0">
                <a:solidFill>
                  <a:schemeClr val="dk1"/>
                </a:solidFill>
                <a:latin typeface="Calibri"/>
                <a:ea typeface="Calibri"/>
                <a:cs typeface="Calibri"/>
                <a:sym typeface="Calibri"/>
              </a:rPr>
              <a:t>歳</a:t>
            </a:r>
            <a:r>
              <a:rPr lang="ja" sz="2200" b="0" i="0" u="none" strike="noStrike" cap="none" dirty="0">
                <a:solidFill>
                  <a:schemeClr val="dk1"/>
                </a:solidFill>
                <a:latin typeface="Calibri"/>
                <a:ea typeface="Calibri"/>
                <a:cs typeface="Calibri"/>
                <a:sym typeface="Calibri"/>
              </a:rPr>
              <a:t>代</a:t>
            </a:r>
            <a:r>
              <a:rPr lang="ja" sz="2200" b="0" i="0" u="none" strike="noStrike" cap="none">
                <a:solidFill>
                  <a:schemeClr val="dk1"/>
                </a:solidFill>
                <a:latin typeface="Calibri"/>
                <a:ea typeface="Calibri"/>
                <a:cs typeface="Calibri"/>
                <a:sym typeface="Calibri"/>
              </a:rPr>
              <a:t>／</a:t>
            </a:r>
            <a:r>
              <a:rPr lang="ja" sz="2200">
                <a:solidFill>
                  <a:schemeClr val="dk1"/>
                </a:solidFill>
                <a:latin typeface="Calibri"/>
                <a:ea typeface="Calibri"/>
                <a:cs typeface="Calibri"/>
                <a:sym typeface="Calibri"/>
              </a:rPr>
              <a:t>医者清水内科循環器医院経営</a:t>
            </a:r>
            <a:r>
              <a:rPr lang="ja" sz="2200" b="0" i="0" u="none" strike="noStrike" cap="none">
                <a:solidFill>
                  <a:schemeClr val="dk1"/>
                </a:solidFill>
                <a:latin typeface="Calibri"/>
                <a:ea typeface="Calibri"/>
                <a:cs typeface="Calibri"/>
                <a:sym typeface="Calibri"/>
              </a:rPr>
              <a:t>／</a:t>
            </a:r>
            <a:r>
              <a:rPr lang="ja" sz="2200">
                <a:solidFill>
                  <a:schemeClr val="dk1"/>
                </a:solidFill>
                <a:latin typeface="Calibri"/>
                <a:ea typeface="Calibri"/>
                <a:cs typeface="Calibri"/>
                <a:sym typeface="Calibri"/>
              </a:rPr>
              <a:t>福井県福井市</a:t>
            </a:r>
            <a:endParaRPr sz="2200" b="0" i="0" u="none" strike="noStrike" cap="none">
              <a:solidFill>
                <a:schemeClr val="dk1"/>
              </a:solidFill>
              <a:latin typeface="Calibri"/>
              <a:ea typeface="Calibri"/>
              <a:cs typeface="Calibri"/>
              <a:sym typeface="Calibri"/>
            </a:endParaRPr>
          </a:p>
        </p:txBody>
      </p:sp>
      <p:sp>
        <p:nvSpPr>
          <p:cNvPr id="173" name="Google Shape;173;p26"/>
          <p:cNvSpPr txBox="1"/>
          <p:nvPr/>
        </p:nvSpPr>
        <p:spPr>
          <a:xfrm>
            <a:off x="2681041" y="264140"/>
            <a:ext cx="6105300" cy="438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ja" sz="2400" b="1">
                <a:solidFill>
                  <a:srgbClr val="FF0000"/>
                </a:solidFill>
                <a:latin typeface="Calibri"/>
                <a:ea typeface="Calibri"/>
                <a:cs typeface="Calibri"/>
                <a:sym typeface="Calibri"/>
              </a:rPr>
              <a:t>内科循環器科の医者様ご夫婦でご参加</a:t>
            </a:r>
            <a:endParaRPr sz="2400" b="1" i="0" u="none" strike="noStrike" cap="none">
              <a:solidFill>
                <a:srgbClr val="FF0000"/>
              </a:solidFill>
              <a:latin typeface="Calibri"/>
              <a:ea typeface="Calibri"/>
              <a:cs typeface="Calibri"/>
              <a:sym typeface="Calibri"/>
            </a:endParaRPr>
          </a:p>
        </p:txBody>
      </p:sp>
      <p:pic>
        <p:nvPicPr>
          <p:cNvPr id="174" name="Google Shape;174;p26" title="発酵実践塾先生ご夫婦との写真.jpg"/>
          <p:cNvPicPr preferRelativeResize="0"/>
          <p:nvPr/>
        </p:nvPicPr>
        <p:blipFill rotWithShape="1">
          <a:blip r:embed="rId3">
            <a:alphaModFix/>
          </a:blip>
          <a:srcRect l="59" r="49"/>
          <a:stretch/>
        </p:blipFill>
        <p:spPr>
          <a:xfrm>
            <a:off x="251222" y="942181"/>
            <a:ext cx="2232013" cy="222583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7"/>
          <p:cNvSpPr txBox="1"/>
          <p:nvPr/>
        </p:nvSpPr>
        <p:spPr>
          <a:xfrm>
            <a:off x="2954316" y="1745186"/>
            <a:ext cx="7015800" cy="531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br>
              <a:rPr lang="ja" sz="1500" b="0" i="0" u="none" strike="noStrike" cap="none">
                <a:solidFill>
                  <a:schemeClr val="dk1"/>
                </a:solidFill>
                <a:latin typeface="Calibri"/>
                <a:ea typeface="Calibri"/>
                <a:cs typeface="Calibri"/>
                <a:sym typeface="Calibri"/>
              </a:rPr>
            </a:br>
            <a:r>
              <a:rPr lang="ja" sz="1500" b="0" i="0" u="none" strike="noStrike" cap="none">
                <a:solidFill>
                  <a:schemeClr val="dk1"/>
                </a:solidFill>
                <a:latin typeface="Calibri"/>
                <a:ea typeface="Calibri"/>
                <a:cs typeface="Calibri"/>
                <a:sym typeface="Calibri"/>
              </a:rPr>
              <a:t> </a:t>
            </a:r>
            <a:endParaRPr sz="1100" b="0" i="0" u="none" strike="noStrike" cap="none">
              <a:solidFill>
                <a:srgbClr val="000000"/>
              </a:solidFill>
              <a:latin typeface="Arial"/>
              <a:ea typeface="Arial"/>
              <a:cs typeface="Arial"/>
              <a:sym typeface="Arial"/>
            </a:endParaRPr>
          </a:p>
        </p:txBody>
      </p:sp>
      <p:sp>
        <p:nvSpPr>
          <p:cNvPr id="180" name="Google Shape;180;p27"/>
          <p:cNvSpPr txBox="1"/>
          <p:nvPr/>
        </p:nvSpPr>
        <p:spPr>
          <a:xfrm>
            <a:off x="2821950" y="882128"/>
            <a:ext cx="4730400" cy="1223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ja" sz="2600">
                <a:solidFill>
                  <a:schemeClr val="dk1"/>
                </a:solidFill>
                <a:latin typeface="Calibri"/>
                <a:ea typeface="Calibri"/>
                <a:cs typeface="Calibri"/>
                <a:sym typeface="Calibri"/>
              </a:rPr>
              <a:t>michi　kiyono</a:t>
            </a:r>
            <a:r>
              <a:rPr lang="ja" sz="2200">
                <a:solidFill>
                  <a:schemeClr val="dk1"/>
                </a:solidFill>
                <a:latin typeface="Calibri"/>
                <a:ea typeface="Calibri"/>
                <a:cs typeface="Calibri"/>
                <a:sym typeface="Calibri"/>
              </a:rPr>
              <a:t>さん</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500"/>
              <a:buFont typeface="Arial"/>
              <a:buNone/>
            </a:pPr>
            <a:r>
              <a:rPr lang="ja" sz="1900" b="0" i="0" u="none" strike="noStrike" cap="none">
                <a:solidFill>
                  <a:schemeClr val="dk1"/>
                </a:solidFill>
                <a:latin typeface="Calibri"/>
                <a:ea typeface="Calibri"/>
                <a:cs typeface="Calibri"/>
                <a:sym typeface="Calibri"/>
              </a:rPr>
              <a:t>／</a:t>
            </a:r>
            <a:r>
              <a:rPr lang="ja" sz="1900">
                <a:solidFill>
                  <a:schemeClr val="dk1"/>
                </a:solidFill>
                <a:latin typeface="Calibri"/>
                <a:ea typeface="Calibri"/>
                <a:cs typeface="Calibri"/>
                <a:sym typeface="Calibri"/>
              </a:rPr>
              <a:t>50</a:t>
            </a:r>
            <a:r>
              <a:rPr lang="ja" sz="1900" b="0" i="0" u="none" strike="noStrike" cap="none">
                <a:solidFill>
                  <a:schemeClr val="dk1"/>
                </a:solidFill>
                <a:latin typeface="Calibri"/>
                <a:ea typeface="Calibri"/>
                <a:cs typeface="Calibri"/>
                <a:sym typeface="Calibri"/>
              </a:rPr>
              <a:t>代／</a:t>
            </a:r>
            <a:r>
              <a:rPr lang="ja" sz="1900">
                <a:solidFill>
                  <a:schemeClr val="dk1"/>
                </a:solidFill>
                <a:latin typeface="Calibri"/>
                <a:ea typeface="Calibri"/>
                <a:cs typeface="Calibri"/>
                <a:sym typeface="Calibri"/>
              </a:rPr>
              <a:t>料理研究家</a:t>
            </a:r>
            <a:r>
              <a:rPr lang="ja" sz="1900" b="0" i="0" u="none" strike="noStrike" cap="none">
                <a:solidFill>
                  <a:schemeClr val="dk1"/>
                </a:solidFill>
                <a:latin typeface="Calibri"/>
                <a:ea typeface="Calibri"/>
                <a:cs typeface="Calibri"/>
                <a:sym typeface="Calibri"/>
              </a:rPr>
              <a:t>／</a:t>
            </a:r>
            <a:r>
              <a:rPr lang="ja" sz="1900">
                <a:solidFill>
                  <a:schemeClr val="dk1"/>
                </a:solidFill>
                <a:latin typeface="Calibri"/>
                <a:ea typeface="Calibri"/>
                <a:cs typeface="Calibri"/>
                <a:sym typeface="Calibri"/>
              </a:rPr>
              <a:t>九州から参加</a:t>
            </a:r>
            <a:endParaRPr sz="19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500"/>
              <a:buFont typeface="Arial"/>
              <a:buNone/>
            </a:pPr>
            <a:endParaRPr sz="15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500"/>
              <a:buFont typeface="Arial"/>
              <a:buNone/>
            </a:pPr>
            <a:endParaRPr sz="1500">
              <a:solidFill>
                <a:schemeClr val="dk1"/>
              </a:solidFill>
              <a:latin typeface="Calibri"/>
              <a:ea typeface="Calibri"/>
              <a:cs typeface="Calibri"/>
              <a:sym typeface="Calibri"/>
            </a:endParaRPr>
          </a:p>
        </p:txBody>
      </p:sp>
      <p:sp>
        <p:nvSpPr>
          <p:cNvPr id="181" name="Google Shape;181;p27"/>
          <p:cNvSpPr txBox="1"/>
          <p:nvPr/>
        </p:nvSpPr>
        <p:spPr>
          <a:xfrm>
            <a:off x="2821950" y="327975"/>
            <a:ext cx="1870200" cy="438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ja" sz="2400" b="1">
                <a:solidFill>
                  <a:srgbClr val="FF0000"/>
                </a:solidFill>
                <a:latin typeface="Calibri"/>
                <a:ea typeface="Calibri"/>
                <a:cs typeface="Calibri"/>
                <a:sym typeface="Calibri"/>
              </a:rPr>
              <a:t>料理研究家</a:t>
            </a:r>
            <a:endParaRPr sz="2400" b="1" i="0" u="none" strike="noStrike" cap="none">
              <a:solidFill>
                <a:srgbClr val="FF0000"/>
              </a:solidFill>
              <a:latin typeface="Calibri"/>
              <a:ea typeface="Calibri"/>
              <a:cs typeface="Calibri"/>
              <a:sym typeface="Calibri"/>
            </a:endParaRPr>
          </a:p>
        </p:txBody>
      </p:sp>
      <p:pic>
        <p:nvPicPr>
          <p:cNvPr id="182" name="Google Shape;182;p27" title="発酵実践塾みちさんとの写真.jpg"/>
          <p:cNvPicPr preferRelativeResize="0"/>
          <p:nvPr/>
        </p:nvPicPr>
        <p:blipFill rotWithShape="1">
          <a:blip r:embed="rId3">
            <a:alphaModFix/>
          </a:blip>
          <a:srcRect t="3157" b="3157"/>
          <a:stretch/>
        </p:blipFill>
        <p:spPr>
          <a:xfrm>
            <a:off x="251222" y="411956"/>
            <a:ext cx="2232013" cy="2225833"/>
          </a:xfrm>
          <a:prstGeom prst="rect">
            <a:avLst/>
          </a:prstGeom>
          <a:noFill/>
          <a:ln>
            <a:noFill/>
          </a:ln>
        </p:spPr>
      </p:pic>
      <p:pic>
        <p:nvPicPr>
          <p:cNvPr id="183" name="Google Shape;183;p27" descr="😋"/>
          <p:cNvPicPr preferRelativeResize="0"/>
          <p:nvPr/>
        </p:nvPicPr>
        <p:blipFill>
          <a:blip r:embed="rId4">
            <a:alphaModFix/>
          </a:blip>
          <a:stretch>
            <a:fillRect/>
          </a:stretch>
        </p:blipFill>
        <p:spPr>
          <a:xfrm>
            <a:off x="152400" y="152400"/>
            <a:ext cx="152400" cy="152400"/>
          </a:xfrm>
          <a:prstGeom prst="rect">
            <a:avLst/>
          </a:prstGeom>
          <a:noFill/>
          <a:ln>
            <a:noFill/>
          </a:ln>
        </p:spPr>
      </p:pic>
      <p:pic>
        <p:nvPicPr>
          <p:cNvPr id="184" name="Google Shape;184;p27" descr="😀"/>
          <p:cNvPicPr preferRelativeResize="0"/>
          <p:nvPr/>
        </p:nvPicPr>
        <p:blipFill>
          <a:blip r:embed="rId5">
            <a:alphaModFix/>
          </a:blip>
          <a:stretch>
            <a:fillRect/>
          </a:stretch>
        </p:blipFill>
        <p:spPr>
          <a:xfrm>
            <a:off x="304800" y="304800"/>
            <a:ext cx="152400" cy="152400"/>
          </a:xfrm>
          <a:prstGeom prst="rect">
            <a:avLst/>
          </a:prstGeom>
          <a:noFill/>
          <a:ln>
            <a:noFill/>
          </a:ln>
        </p:spPr>
      </p:pic>
      <p:pic>
        <p:nvPicPr>
          <p:cNvPr id="185" name="Google Shape;185;p27" descr="✨"/>
          <p:cNvPicPr preferRelativeResize="0"/>
          <p:nvPr/>
        </p:nvPicPr>
        <p:blipFill>
          <a:blip r:embed="rId6">
            <a:alphaModFix/>
          </a:blip>
          <a:stretch>
            <a:fillRect/>
          </a:stretch>
        </p:blipFill>
        <p:spPr>
          <a:xfrm>
            <a:off x="1219200" y="1219200"/>
            <a:ext cx="152400" cy="152400"/>
          </a:xfrm>
          <a:prstGeom prst="rect">
            <a:avLst/>
          </a:prstGeom>
          <a:noFill/>
          <a:ln>
            <a:noFill/>
          </a:ln>
        </p:spPr>
      </p:pic>
      <p:pic>
        <p:nvPicPr>
          <p:cNvPr id="186" name="Google Shape;186;p27" descr="❗️"/>
          <p:cNvPicPr preferRelativeResize="0"/>
          <p:nvPr/>
        </p:nvPicPr>
        <p:blipFill>
          <a:blip r:embed="rId7">
            <a:alphaModFix/>
          </a:blip>
          <a:stretch>
            <a:fillRect/>
          </a:stretch>
        </p:blipFill>
        <p:spPr>
          <a:xfrm>
            <a:off x="1371600" y="1371600"/>
            <a:ext cx="152400" cy="152400"/>
          </a:xfrm>
          <a:prstGeom prst="rect">
            <a:avLst/>
          </a:prstGeom>
          <a:noFill/>
          <a:ln>
            <a:noFill/>
          </a:ln>
        </p:spPr>
      </p:pic>
      <p:pic>
        <p:nvPicPr>
          <p:cNvPr id="188" name="Google Shape;188;p27" descr="🌈"/>
          <p:cNvPicPr preferRelativeResize="0"/>
          <p:nvPr/>
        </p:nvPicPr>
        <p:blipFill>
          <a:blip r:embed="rId8">
            <a:alphaModFix/>
          </a:blip>
          <a:stretch>
            <a:fillRect/>
          </a:stretch>
        </p:blipFill>
        <p:spPr>
          <a:xfrm>
            <a:off x="1676400" y="1676400"/>
            <a:ext cx="152400" cy="152400"/>
          </a:xfrm>
          <a:prstGeom prst="rect">
            <a:avLst/>
          </a:prstGeom>
          <a:noFill/>
          <a:ln>
            <a:noFill/>
          </a:ln>
        </p:spPr>
      </p:pic>
      <p:pic>
        <p:nvPicPr>
          <p:cNvPr id="189" name="Google Shape;189;p27"/>
          <p:cNvPicPr preferRelativeResize="0"/>
          <p:nvPr/>
        </p:nvPicPr>
        <p:blipFill rotWithShape="1">
          <a:blip r:embed="rId9">
            <a:alphaModFix/>
          </a:blip>
          <a:srcRect l="-119860" r="119860"/>
          <a:stretch/>
        </p:blipFill>
        <p:spPr>
          <a:xfrm>
            <a:off x="2895600" y="2895600"/>
            <a:ext cx="342900" cy="342900"/>
          </a:xfrm>
          <a:prstGeom prst="rect">
            <a:avLst/>
          </a:prstGeom>
          <a:noFill/>
          <a:ln>
            <a:noFill/>
          </a:ln>
        </p:spPr>
      </p:pic>
      <p:pic>
        <p:nvPicPr>
          <p:cNvPr id="190" name="Google Shape;190;p27" descr="😋"/>
          <p:cNvPicPr preferRelativeResize="0"/>
          <p:nvPr/>
        </p:nvPicPr>
        <p:blipFill>
          <a:blip r:embed="rId4">
            <a:alphaModFix/>
          </a:blip>
          <a:stretch>
            <a:fillRect/>
          </a:stretch>
        </p:blipFill>
        <p:spPr>
          <a:xfrm>
            <a:off x="152400" y="152400"/>
            <a:ext cx="152400" cy="152400"/>
          </a:xfrm>
          <a:prstGeom prst="rect">
            <a:avLst/>
          </a:prstGeom>
          <a:noFill/>
          <a:ln>
            <a:noFill/>
          </a:ln>
        </p:spPr>
      </p:pic>
      <p:pic>
        <p:nvPicPr>
          <p:cNvPr id="191" name="Google Shape;191;p27" descr="😀"/>
          <p:cNvPicPr preferRelativeResize="0"/>
          <p:nvPr/>
        </p:nvPicPr>
        <p:blipFill>
          <a:blip r:embed="rId5">
            <a:alphaModFix/>
          </a:blip>
          <a:stretch>
            <a:fillRect/>
          </a:stretch>
        </p:blipFill>
        <p:spPr>
          <a:xfrm>
            <a:off x="304800" y="304800"/>
            <a:ext cx="152400" cy="152400"/>
          </a:xfrm>
          <a:prstGeom prst="rect">
            <a:avLst/>
          </a:prstGeom>
          <a:noFill/>
          <a:ln>
            <a:noFill/>
          </a:ln>
        </p:spPr>
      </p:pic>
      <p:sp>
        <p:nvSpPr>
          <p:cNvPr id="192" name="Google Shape;192;p27"/>
          <p:cNvSpPr txBox="1"/>
          <p:nvPr/>
        </p:nvSpPr>
        <p:spPr>
          <a:xfrm>
            <a:off x="457200" y="2353325"/>
            <a:ext cx="8469900" cy="2630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ja" sz="1550">
                <a:solidFill>
                  <a:srgbClr val="080809"/>
                </a:solidFill>
                <a:highlight>
                  <a:srgbClr val="FFFFFF"/>
                </a:highlight>
              </a:rPr>
              <a:t>レジオン八ヶ岳で発酵実践塾を受講。濃く、幸せな、学びの3日間でした。</a:t>
            </a:r>
            <a:endParaRPr sz="1550">
              <a:solidFill>
                <a:srgbClr val="080809"/>
              </a:solidFill>
              <a:highlight>
                <a:srgbClr val="FFFFFF"/>
              </a:highlight>
            </a:endParaRPr>
          </a:p>
          <a:p>
            <a:pPr marL="0" lvl="0" indent="0" algn="l" rtl="0">
              <a:lnSpc>
                <a:spcPct val="115000"/>
              </a:lnSpc>
              <a:spcBef>
                <a:spcPts val="600"/>
              </a:spcBef>
              <a:spcAft>
                <a:spcPts val="0"/>
              </a:spcAft>
              <a:buNone/>
            </a:pPr>
            <a:r>
              <a:rPr lang="ja" sz="1150">
                <a:solidFill>
                  <a:srgbClr val="080809"/>
                </a:solidFill>
                <a:highlight>
                  <a:srgbClr val="FFFFFF"/>
                </a:highlight>
              </a:rPr>
              <a:t>きっかけは去年こちらで頂いた縄文漬け。今まで食べた漬物とは違う、身体の深いところが喜んでいるような美味しさだったのです。その前にも米粉パンや天然酵母パンを頂いたことがあり、それらもとても美味しくて。連れて行ってくれたサッチーに、レジオンさんで発酵実践塾をされているみたいよ、と聞いてぜひ受講したい！と思ったのが半年前。今回サッチー、ハワイのれいこさん、東京の井出さんも一緒に受講することができました。</a:t>
            </a:r>
            <a:endParaRPr sz="1150">
              <a:solidFill>
                <a:srgbClr val="080809"/>
              </a:solidFill>
              <a:highlight>
                <a:srgbClr val="FFFFFF"/>
              </a:highlight>
            </a:endParaRPr>
          </a:p>
          <a:p>
            <a:pPr marL="0" lvl="0" indent="0" algn="l" rtl="0">
              <a:lnSpc>
                <a:spcPct val="115000"/>
              </a:lnSpc>
              <a:spcBef>
                <a:spcPts val="600"/>
              </a:spcBef>
              <a:spcAft>
                <a:spcPts val="0"/>
              </a:spcAft>
              <a:buNone/>
            </a:pPr>
            <a:r>
              <a:rPr lang="ja" sz="1150">
                <a:solidFill>
                  <a:srgbClr val="080809"/>
                </a:solidFill>
                <a:highlight>
                  <a:srgbClr val="FFFFFF"/>
                </a:highlight>
              </a:rPr>
              <a:t>藤巻シェフとまりこさんから直接、少人数で教えて頂ける貴重な体験。シェフの手際を見ながら、実際に手を動かしながら習う発酵食品作りは本を見て見様見真似で作るのとは全く違う。気付きがたくさんありました。動画も頂けるので、家に帰ったら見ながら復習して生活に落とし込みたいと思います。</a:t>
            </a:r>
            <a:endParaRPr sz="1150">
              <a:solidFill>
                <a:srgbClr val="080809"/>
              </a:solidFill>
              <a:highlight>
                <a:srgbClr val="FFFFFF"/>
              </a:highlight>
            </a:endParaRPr>
          </a:p>
          <a:p>
            <a:pPr marL="0" lvl="0" indent="0" algn="l" rtl="0">
              <a:lnSpc>
                <a:spcPct val="115000"/>
              </a:lnSpc>
              <a:spcBef>
                <a:spcPts val="600"/>
              </a:spcBef>
              <a:spcAft>
                <a:spcPts val="0"/>
              </a:spcAft>
              <a:buNone/>
            </a:pPr>
            <a:r>
              <a:rPr lang="ja" sz="1150">
                <a:solidFill>
                  <a:srgbClr val="080809"/>
                </a:solidFill>
                <a:highlight>
                  <a:srgbClr val="FFFFFF"/>
                </a:highlight>
              </a:rPr>
              <a:t>発酵実践塾の様子は藤巻シェフがFBにあげてげてくださったので、私はレジオンさんで今回頂いた発酵食の写真をあげます。どれもこれも本当に美味しい美味しくてさらに身体にもいいなんて最高。</a:t>
            </a:r>
            <a:endParaRPr sz="1150">
              <a:solidFill>
                <a:srgbClr val="080809"/>
              </a:solidFill>
              <a:highlight>
                <a:srgbClr val="FFFFFF"/>
              </a:highlight>
            </a:endParaRPr>
          </a:p>
          <a:p>
            <a:pPr marL="0" lvl="0" indent="0" algn="l" rtl="0">
              <a:lnSpc>
                <a:spcPct val="115000"/>
              </a:lnSpc>
              <a:spcBef>
                <a:spcPts val="600"/>
              </a:spcBef>
              <a:spcAft>
                <a:spcPts val="0"/>
              </a:spcAft>
              <a:buNone/>
            </a:pPr>
            <a:r>
              <a:rPr lang="ja" sz="1150">
                <a:solidFill>
                  <a:srgbClr val="080809"/>
                </a:solidFill>
                <a:highlight>
                  <a:srgbClr val="FFFFFF"/>
                </a:highlight>
              </a:rPr>
              <a:t>藤巻シェフ、まりこさん、愛あふれる素晴らしい3日間の学びの場を提供してくださりありがとうございました！これからも末永くよろしくお願いいたします</a:t>
            </a:r>
            <a:endParaRPr sz="1150">
              <a:solidFill>
                <a:srgbClr val="080809"/>
              </a:solidFill>
              <a:highlight>
                <a:srgbClr val="FFFFFF"/>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8"/>
          <p:cNvSpPr txBox="1"/>
          <p:nvPr/>
        </p:nvSpPr>
        <p:spPr>
          <a:xfrm>
            <a:off x="2787550" y="2823050"/>
            <a:ext cx="4483800" cy="203898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ja-JP" altLang="en-US" sz="2400" dirty="0">
                <a:solidFill>
                  <a:schemeClr val="dk1"/>
                </a:solidFill>
                <a:latin typeface="Calibri"/>
                <a:ea typeface="Calibri"/>
                <a:cs typeface="Calibri"/>
                <a:sym typeface="Calibri"/>
              </a:rPr>
              <a:t>いろんな発酵が学べて楽しい充実した時間でした。</a:t>
            </a:r>
            <a:endParaRPr lang="ja-JP" altLang="en-US" sz="2400" dirty="0">
              <a:solidFill>
                <a:schemeClr val="dk1"/>
              </a:solidFill>
              <a:latin typeface="Calibri"/>
              <a:ea typeface="Calibri"/>
              <a:cs typeface="Calibri"/>
            </a:endParaRPr>
          </a:p>
          <a:p>
            <a:pPr marL="0" marR="0" lvl="0" indent="0" algn="l" rtl="0">
              <a:lnSpc>
                <a:spcPct val="100000"/>
              </a:lnSpc>
              <a:spcBef>
                <a:spcPts val="0"/>
              </a:spcBef>
              <a:spcAft>
                <a:spcPts val="0"/>
              </a:spcAft>
              <a:buClr>
                <a:srgbClr val="000000"/>
              </a:buClr>
              <a:buSzPts val="1500"/>
              <a:buFont typeface="Arial"/>
              <a:buNone/>
            </a:pPr>
            <a:r>
              <a:rPr lang="ja-JP" altLang="en-US" sz="2400" dirty="0">
                <a:solidFill>
                  <a:schemeClr val="dk1"/>
                </a:solidFill>
                <a:latin typeface="Calibri"/>
                <a:ea typeface="Calibri"/>
                <a:cs typeface="Calibri"/>
                <a:sym typeface="Calibri"/>
              </a:rPr>
              <a:t>生活にしっかりと落とし込みたいと思います</a:t>
            </a:r>
            <a:r>
              <a:rPr lang="ja-JP" altLang="en-US" sz="2800" dirty="0">
                <a:solidFill>
                  <a:schemeClr val="dk1"/>
                </a:solidFill>
                <a:latin typeface="Calibri"/>
                <a:ea typeface="Calibri"/>
                <a:cs typeface="Calibri"/>
                <a:sym typeface="Calibri"/>
              </a:rPr>
              <a:t>。</a:t>
            </a:r>
            <a:br>
              <a:rPr lang="ja-JP" altLang="en-US" sz="2800" b="0" i="0" u="none" strike="noStrike" cap="none" dirty="0">
                <a:latin typeface="Calibri"/>
                <a:ea typeface="Calibri"/>
                <a:cs typeface="Calibri"/>
              </a:rPr>
            </a:br>
            <a:r>
              <a:rPr lang="ja-JP" altLang="en-US" sz="2800" b="0" i="0" u="none" strike="noStrike" cap="none" dirty="0">
                <a:solidFill>
                  <a:schemeClr val="dk1"/>
                </a:solidFill>
                <a:latin typeface="Calibri"/>
                <a:ea typeface="Calibri"/>
                <a:cs typeface="Calibri"/>
                <a:sym typeface="Calibri"/>
              </a:rPr>
              <a:t> </a:t>
            </a:r>
            <a:endParaRPr lang="ja-JP" altLang="en-US" sz="2800" b="0" i="0" u="none" strike="noStrike" cap="none" dirty="0">
              <a:solidFill>
                <a:schemeClr val="dk1"/>
              </a:solidFill>
              <a:latin typeface="Arial"/>
              <a:ea typeface="Arial"/>
              <a:cs typeface="Arial"/>
            </a:endParaRPr>
          </a:p>
        </p:txBody>
      </p:sp>
      <p:sp>
        <p:nvSpPr>
          <p:cNvPr id="198" name="Google Shape;198;p28"/>
          <p:cNvSpPr txBox="1"/>
          <p:nvPr/>
        </p:nvSpPr>
        <p:spPr>
          <a:xfrm>
            <a:off x="2883834" y="1532822"/>
            <a:ext cx="5208600" cy="6849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ja" sz="2000">
                <a:solidFill>
                  <a:schemeClr val="dk1"/>
                </a:solidFill>
                <a:latin typeface="Calibri"/>
                <a:ea typeface="Calibri"/>
                <a:cs typeface="Calibri"/>
                <a:sym typeface="Calibri"/>
              </a:rPr>
              <a:t>野末いずみさん</a:t>
            </a:r>
            <a:r>
              <a:rPr lang="ja" sz="2000" b="0" i="0" u="none" strike="noStrike" cap="none">
                <a:solidFill>
                  <a:schemeClr val="dk1"/>
                </a:solidFill>
                <a:latin typeface="Calibri"/>
                <a:ea typeface="Calibri"/>
                <a:cs typeface="Calibri"/>
                <a:sym typeface="Calibri"/>
              </a:rPr>
              <a:t>／</a:t>
            </a:r>
            <a:r>
              <a:rPr lang="ja" sz="2000">
                <a:solidFill>
                  <a:schemeClr val="dk1"/>
                </a:solidFill>
                <a:latin typeface="Calibri"/>
                <a:ea typeface="Calibri"/>
                <a:cs typeface="Calibri"/>
                <a:sym typeface="Calibri"/>
              </a:rPr>
              <a:t>４０</a:t>
            </a:r>
            <a:r>
              <a:rPr lang="ja" sz="2000" b="0" i="0" u="none" strike="noStrike" cap="none">
                <a:solidFill>
                  <a:schemeClr val="dk1"/>
                </a:solidFill>
                <a:latin typeface="Calibri"/>
                <a:ea typeface="Calibri"/>
                <a:cs typeface="Calibri"/>
                <a:sym typeface="Calibri"/>
              </a:rPr>
              <a:t>代／</a:t>
            </a:r>
            <a:r>
              <a:rPr lang="ja" sz="2000">
                <a:solidFill>
                  <a:schemeClr val="dk1"/>
                </a:solidFill>
                <a:latin typeface="Calibri"/>
                <a:ea typeface="Calibri"/>
                <a:cs typeface="Calibri"/>
                <a:sym typeface="Calibri"/>
              </a:rPr>
              <a:t>保育園経営</a:t>
            </a:r>
            <a:endParaRPr sz="20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500"/>
              <a:buFont typeface="Arial"/>
              <a:buNone/>
            </a:pPr>
            <a:r>
              <a:rPr lang="ja" sz="2000" b="0" i="0" u="none" strike="noStrike" cap="none">
                <a:solidFill>
                  <a:schemeClr val="dk1"/>
                </a:solidFill>
                <a:latin typeface="Calibri"/>
                <a:ea typeface="Calibri"/>
                <a:cs typeface="Calibri"/>
                <a:sym typeface="Calibri"/>
              </a:rPr>
              <a:t>／</a:t>
            </a:r>
            <a:r>
              <a:rPr lang="ja" sz="2000">
                <a:solidFill>
                  <a:schemeClr val="dk1"/>
                </a:solidFill>
                <a:latin typeface="Calibri"/>
                <a:ea typeface="Calibri"/>
                <a:cs typeface="Calibri"/>
                <a:sym typeface="Calibri"/>
              </a:rPr>
              <a:t>神奈川県</a:t>
            </a:r>
            <a:endParaRPr sz="2000" b="0" i="0" u="none" strike="noStrike" cap="none">
              <a:solidFill>
                <a:schemeClr val="dk1"/>
              </a:solidFill>
              <a:latin typeface="Calibri"/>
              <a:ea typeface="Calibri"/>
              <a:cs typeface="Calibri"/>
              <a:sym typeface="Calibri"/>
            </a:endParaRPr>
          </a:p>
        </p:txBody>
      </p:sp>
      <p:sp>
        <p:nvSpPr>
          <p:cNvPr id="199" name="Google Shape;199;p28"/>
          <p:cNvSpPr txBox="1"/>
          <p:nvPr/>
        </p:nvSpPr>
        <p:spPr>
          <a:xfrm>
            <a:off x="3503894" y="881675"/>
            <a:ext cx="2405400" cy="438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ja" sz="2400" b="1">
                <a:solidFill>
                  <a:srgbClr val="FF0000"/>
                </a:solidFill>
                <a:latin typeface="Calibri"/>
                <a:ea typeface="Calibri"/>
                <a:cs typeface="Calibri"/>
                <a:sym typeface="Calibri"/>
              </a:rPr>
              <a:t>保育園経営</a:t>
            </a:r>
            <a:endParaRPr sz="2400" b="1" i="0" u="none" strike="noStrike" cap="none">
              <a:solidFill>
                <a:srgbClr val="FF0000"/>
              </a:solidFill>
              <a:latin typeface="Calibri"/>
              <a:ea typeface="Calibri"/>
              <a:cs typeface="Calibri"/>
              <a:sym typeface="Calibri"/>
            </a:endParaRPr>
          </a:p>
        </p:txBody>
      </p:sp>
      <p:pic>
        <p:nvPicPr>
          <p:cNvPr id="200" name="Google Shape;200;p28" title="発酵実践塾のずえさんとの写真.jpg"/>
          <p:cNvPicPr preferRelativeResize="0"/>
          <p:nvPr/>
        </p:nvPicPr>
        <p:blipFill rotWithShape="1">
          <a:blip r:embed="rId3">
            <a:alphaModFix/>
          </a:blip>
          <a:srcRect t="18176" b="18182"/>
          <a:stretch/>
        </p:blipFill>
        <p:spPr>
          <a:xfrm>
            <a:off x="215997" y="1104806"/>
            <a:ext cx="2232013" cy="222583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9"/>
          <p:cNvSpPr txBox="1"/>
          <p:nvPr/>
        </p:nvSpPr>
        <p:spPr>
          <a:xfrm rot="1220" flipH="1">
            <a:off x="2022125" y="2878796"/>
            <a:ext cx="6764100" cy="2178000"/>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SzPts val="1100"/>
              <a:buFont typeface="Arial"/>
              <a:buNone/>
            </a:pPr>
            <a:r>
              <a:rPr lang="ja" sz="1750">
                <a:solidFill>
                  <a:srgbClr val="080809"/>
                </a:solidFill>
                <a:highlight>
                  <a:srgbClr val="FFFFFF"/>
                </a:highlight>
              </a:rPr>
              <a:t>『気づきは、はじめの一歩！』を合言葉に</a:t>
            </a:r>
            <a:endParaRPr sz="1750">
              <a:solidFill>
                <a:srgbClr val="080809"/>
              </a:solidFill>
              <a:highlight>
                <a:srgbClr val="FFFFFF"/>
              </a:highlight>
            </a:endParaRPr>
          </a:p>
          <a:p>
            <a:pPr marL="0" lvl="0" indent="0" algn="l" rtl="0">
              <a:spcBef>
                <a:spcPts val="0"/>
              </a:spcBef>
              <a:spcAft>
                <a:spcPts val="0"/>
              </a:spcAft>
              <a:buClr>
                <a:schemeClr val="dk1"/>
              </a:buClr>
              <a:buSzPts val="1100"/>
              <a:buFont typeface="Arial"/>
              <a:buNone/>
            </a:pPr>
            <a:r>
              <a:rPr lang="ja" sz="1750">
                <a:solidFill>
                  <a:srgbClr val="080809"/>
                </a:solidFill>
                <a:highlight>
                  <a:srgbClr val="FFFFFF"/>
                </a:highlight>
              </a:rPr>
              <a:t>アメリカから機能性医学に基づく最新の個育て改善法＆</a:t>
            </a:r>
            <a:endParaRPr sz="1750">
              <a:solidFill>
                <a:srgbClr val="080809"/>
              </a:solidFill>
              <a:highlight>
                <a:srgbClr val="FFFFFF"/>
              </a:highlight>
            </a:endParaRPr>
          </a:p>
          <a:p>
            <a:pPr marL="0" lvl="0" indent="0" algn="l" rtl="0">
              <a:spcBef>
                <a:spcPts val="0"/>
              </a:spcBef>
              <a:spcAft>
                <a:spcPts val="0"/>
              </a:spcAft>
              <a:buClr>
                <a:schemeClr val="dk1"/>
              </a:buClr>
              <a:buSzPts val="1100"/>
              <a:buFont typeface="Arial"/>
              <a:buNone/>
            </a:pPr>
            <a:r>
              <a:rPr lang="ja" sz="1750">
                <a:solidFill>
                  <a:srgbClr val="080809"/>
                </a:solidFill>
                <a:highlight>
                  <a:srgbClr val="FFFFFF"/>
                </a:highlight>
              </a:rPr>
              <a:t>発達凸凹を消していける情報を発信！</a:t>
            </a:r>
            <a:endParaRPr sz="1750">
              <a:solidFill>
                <a:srgbClr val="080809"/>
              </a:solidFill>
              <a:highlight>
                <a:srgbClr val="FFFFFF"/>
              </a:highlight>
            </a:endParaRPr>
          </a:p>
          <a:p>
            <a:pPr marL="0" lvl="0" indent="0" algn="l" rtl="0">
              <a:spcBef>
                <a:spcPts val="0"/>
              </a:spcBef>
              <a:spcAft>
                <a:spcPts val="0"/>
              </a:spcAft>
              <a:buClr>
                <a:schemeClr val="dk1"/>
              </a:buClr>
              <a:buSzPts val="1100"/>
              <a:buFont typeface="Arial"/>
              <a:buNone/>
            </a:pPr>
            <a:endParaRPr sz="1750">
              <a:solidFill>
                <a:srgbClr val="080809"/>
              </a:solidFill>
              <a:highlight>
                <a:srgbClr val="FFFFFF"/>
              </a:highlight>
            </a:endParaRPr>
          </a:p>
          <a:p>
            <a:pPr marL="0" lvl="0" indent="0" algn="l" rtl="0">
              <a:spcBef>
                <a:spcPts val="0"/>
              </a:spcBef>
              <a:spcAft>
                <a:spcPts val="0"/>
              </a:spcAft>
              <a:buClr>
                <a:schemeClr val="dk1"/>
              </a:buClr>
              <a:buSzPts val="1100"/>
              <a:buFont typeface="Arial"/>
              <a:buNone/>
            </a:pPr>
            <a:r>
              <a:rPr lang="ja" sz="1750">
                <a:solidFill>
                  <a:srgbClr val="080809"/>
                </a:solidFill>
                <a:highlight>
                  <a:srgbClr val="FFFFFF"/>
                </a:highlight>
              </a:rPr>
              <a:t>発酵食をハワイで広げて</a:t>
            </a:r>
            <a:r>
              <a:rPr lang="ja-JP" altLang="en-US" sz="1750" dirty="0">
                <a:solidFill>
                  <a:srgbClr val="080809"/>
                </a:solidFill>
                <a:highlight>
                  <a:srgbClr val="FFFFFF"/>
                </a:highlight>
              </a:rPr>
              <a:t>頂け</a:t>
            </a:r>
            <a:r>
              <a:rPr lang="ja" sz="1750" dirty="0">
                <a:solidFill>
                  <a:srgbClr val="080809"/>
                </a:solidFill>
                <a:highlight>
                  <a:srgbClr val="FFFFFF"/>
                </a:highlight>
              </a:rPr>
              <a:t>る</a:t>
            </a:r>
            <a:r>
              <a:rPr lang="ja" sz="1750">
                <a:solidFill>
                  <a:srgbClr val="080809"/>
                </a:solidFill>
                <a:highlight>
                  <a:srgbClr val="FFFFFF"/>
                </a:highlight>
              </a:rPr>
              <a:t>と思います。</a:t>
            </a:r>
            <a:endParaRPr sz="1750">
              <a:solidFill>
                <a:srgbClr val="080809"/>
              </a:solidFill>
              <a:highlight>
                <a:srgbClr val="FFFFFF"/>
              </a:highlight>
            </a:endParaRPr>
          </a:p>
          <a:p>
            <a:pPr marL="0" lvl="0" indent="0" algn="l" rtl="0">
              <a:spcBef>
                <a:spcPts val="0"/>
              </a:spcBef>
              <a:spcAft>
                <a:spcPts val="0"/>
              </a:spcAft>
              <a:buClr>
                <a:schemeClr val="dk1"/>
              </a:buClr>
              <a:buSzPts val="1100"/>
              <a:buFont typeface="Arial"/>
              <a:buNone/>
            </a:pPr>
            <a:endParaRPr sz="1700">
              <a:solidFill>
                <a:schemeClr val="dk1"/>
              </a:solidFill>
            </a:endParaRPr>
          </a:p>
          <a:p>
            <a:pPr marL="0" marR="0" lvl="0" indent="0" algn="l" rtl="0">
              <a:lnSpc>
                <a:spcPct val="100000"/>
              </a:lnSpc>
              <a:spcBef>
                <a:spcPts val="0"/>
              </a:spcBef>
              <a:spcAft>
                <a:spcPts val="0"/>
              </a:spcAft>
              <a:buClr>
                <a:srgbClr val="000000"/>
              </a:buClr>
              <a:buSzPts val="1500"/>
              <a:buFont typeface="Arial"/>
              <a:buNone/>
            </a:pPr>
            <a:r>
              <a:rPr lang="ja" sz="1750">
                <a:solidFill>
                  <a:srgbClr val="080809"/>
                </a:solidFill>
                <a:highlight>
                  <a:srgbClr val="FFFFFF"/>
                </a:highlight>
              </a:rPr>
              <a:t>　『ママの笑顔』が私のエネルギーの源です♡　</a:t>
            </a:r>
            <a:br>
              <a:rPr lang="ja" sz="1500" b="0" i="0" u="none" strike="noStrike" cap="none">
                <a:solidFill>
                  <a:schemeClr val="dk1"/>
                </a:solidFill>
                <a:latin typeface="Calibri"/>
                <a:ea typeface="Calibri"/>
                <a:cs typeface="Calibri"/>
                <a:sym typeface="Calibri"/>
              </a:rPr>
            </a:br>
            <a:r>
              <a:rPr lang="ja" sz="1500" b="0" i="0" u="none" strike="noStrike" cap="none">
                <a:solidFill>
                  <a:schemeClr val="dk1"/>
                </a:solidFill>
                <a:latin typeface="Calibri"/>
                <a:ea typeface="Calibri"/>
                <a:cs typeface="Calibri"/>
                <a:sym typeface="Calibri"/>
              </a:rPr>
              <a:t> </a:t>
            </a:r>
            <a:endParaRPr sz="1100" b="0" i="0" u="none" strike="noStrike" cap="none">
              <a:solidFill>
                <a:srgbClr val="000000"/>
              </a:solidFill>
              <a:latin typeface="Arial"/>
              <a:ea typeface="Arial"/>
              <a:cs typeface="Arial"/>
              <a:sym typeface="Arial"/>
            </a:endParaRPr>
          </a:p>
        </p:txBody>
      </p:sp>
      <p:sp>
        <p:nvSpPr>
          <p:cNvPr id="206" name="Google Shape;206;p29"/>
          <p:cNvSpPr txBox="1"/>
          <p:nvPr/>
        </p:nvSpPr>
        <p:spPr>
          <a:xfrm>
            <a:off x="2787550" y="1237725"/>
            <a:ext cx="5329500" cy="992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ja" sz="2000">
                <a:solidFill>
                  <a:schemeClr val="dk1"/>
                </a:solidFill>
                <a:latin typeface="Calibri"/>
                <a:ea typeface="Calibri"/>
                <a:cs typeface="Calibri"/>
                <a:sym typeface="Calibri"/>
              </a:rPr>
              <a:t>あげな　れいこさん</a:t>
            </a:r>
            <a:endParaRPr sz="20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500"/>
              <a:buFont typeface="Arial"/>
              <a:buNone/>
            </a:pPr>
            <a:r>
              <a:rPr lang="ja" sz="2000">
                <a:solidFill>
                  <a:schemeClr val="dk1"/>
                </a:solidFill>
                <a:latin typeface="Calibri"/>
                <a:ea typeface="Calibri"/>
                <a:cs typeface="Calibri"/>
                <a:sym typeface="Calibri"/>
              </a:rPr>
              <a:t>５０</a:t>
            </a:r>
            <a:r>
              <a:rPr lang="ja" sz="2000" b="0" i="0" u="none" strike="noStrike" cap="none">
                <a:solidFill>
                  <a:schemeClr val="dk1"/>
                </a:solidFill>
                <a:latin typeface="Calibri"/>
                <a:ea typeface="Calibri"/>
                <a:cs typeface="Calibri"/>
                <a:sym typeface="Calibri"/>
              </a:rPr>
              <a:t>代／</a:t>
            </a:r>
            <a:r>
              <a:rPr lang="ja" sz="1800" b="1">
                <a:solidFill>
                  <a:schemeClr val="dk1"/>
                </a:solidFill>
                <a:latin typeface="Calibri"/>
                <a:ea typeface="Calibri"/>
                <a:cs typeface="Calibri"/>
                <a:sym typeface="Calibri"/>
              </a:rPr>
              <a:t>機能性医学認定ヘルスコーチ</a:t>
            </a:r>
            <a:r>
              <a:rPr lang="ja" sz="2000" b="0" i="0" u="none" strike="noStrike" cap="none">
                <a:solidFill>
                  <a:schemeClr val="dk1"/>
                </a:solidFill>
                <a:latin typeface="Calibri"/>
                <a:ea typeface="Calibri"/>
                <a:cs typeface="Calibri"/>
                <a:sym typeface="Calibri"/>
              </a:rPr>
              <a:t>／</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500"/>
              <a:buFont typeface="Arial"/>
              <a:buNone/>
            </a:pPr>
            <a:r>
              <a:rPr lang="ja" sz="2000">
                <a:solidFill>
                  <a:schemeClr val="dk1"/>
                </a:solidFill>
                <a:latin typeface="Calibri"/>
                <a:ea typeface="Calibri"/>
                <a:cs typeface="Calibri"/>
                <a:sym typeface="Calibri"/>
              </a:rPr>
              <a:t>ハワイから参加</a:t>
            </a:r>
            <a:endParaRPr sz="2400" b="0" i="0" u="none" strike="noStrike" cap="none">
              <a:solidFill>
                <a:schemeClr val="dk1"/>
              </a:solidFill>
              <a:latin typeface="Calibri"/>
              <a:ea typeface="Calibri"/>
              <a:cs typeface="Calibri"/>
              <a:sym typeface="Calibri"/>
            </a:endParaRPr>
          </a:p>
        </p:txBody>
      </p:sp>
      <p:sp>
        <p:nvSpPr>
          <p:cNvPr id="207" name="Google Shape;207;p29"/>
          <p:cNvSpPr txBox="1"/>
          <p:nvPr/>
        </p:nvSpPr>
        <p:spPr>
          <a:xfrm>
            <a:off x="2681312" y="371255"/>
            <a:ext cx="6105300" cy="438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ja" sz="2400" b="1">
                <a:solidFill>
                  <a:srgbClr val="FF0000"/>
                </a:solidFill>
                <a:latin typeface="Calibri"/>
                <a:ea typeface="Calibri"/>
                <a:cs typeface="Calibri"/>
                <a:sym typeface="Calibri"/>
              </a:rPr>
              <a:t>機能性医学認定ヘルスコーチ</a:t>
            </a:r>
            <a:endParaRPr sz="2400" b="1" i="0" u="none" strike="noStrike" cap="none">
              <a:solidFill>
                <a:srgbClr val="FF0000"/>
              </a:solidFill>
              <a:latin typeface="Calibri"/>
              <a:ea typeface="Calibri"/>
              <a:cs typeface="Calibri"/>
              <a:sym typeface="Calibri"/>
            </a:endParaRPr>
          </a:p>
        </p:txBody>
      </p:sp>
      <p:pic>
        <p:nvPicPr>
          <p:cNvPr id="208" name="Google Shape;208;p29" title="発酵実践塾れいこさんとの写真.jpg"/>
          <p:cNvPicPr preferRelativeResize="0"/>
          <p:nvPr/>
        </p:nvPicPr>
        <p:blipFill rotWithShape="1">
          <a:blip r:embed="rId3">
            <a:alphaModFix/>
          </a:blip>
          <a:srcRect t="3959" b="3959"/>
          <a:stretch/>
        </p:blipFill>
        <p:spPr>
          <a:xfrm>
            <a:off x="251222" y="411956"/>
            <a:ext cx="2232013" cy="222583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3">
          <a:extLst>
            <a:ext uri="{FF2B5EF4-FFF2-40B4-BE49-F238E27FC236}">
              <a16:creationId xmlns:a16="http://schemas.microsoft.com/office/drawing/2014/main" id="{9968B585-4F76-3368-BE86-F649B08FA4C9}"/>
            </a:ext>
          </a:extLst>
        </p:cNvPr>
        <p:cNvGrpSpPr/>
        <p:nvPr/>
      </p:nvGrpSpPr>
      <p:grpSpPr>
        <a:xfrm>
          <a:off x="0" y="0"/>
          <a:ext cx="0" cy="0"/>
          <a:chOff x="0" y="0"/>
          <a:chExt cx="0" cy="0"/>
        </a:xfrm>
      </p:grpSpPr>
      <p:sp>
        <p:nvSpPr>
          <p:cNvPr id="384" name="Google Shape;384;p46">
            <a:extLst>
              <a:ext uri="{FF2B5EF4-FFF2-40B4-BE49-F238E27FC236}">
                <a16:creationId xmlns:a16="http://schemas.microsoft.com/office/drawing/2014/main" id="{63C568D3-5AC0-3CA8-D9D3-320328CDE304}"/>
              </a:ext>
            </a:extLst>
          </p:cNvPr>
          <p:cNvSpPr txBox="1"/>
          <p:nvPr/>
        </p:nvSpPr>
        <p:spPr>
          <a:xfrm>
            <a:off x="374800" y="837647"/>
            <a:ext cx="8191200" cy="362403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ja-JP" altLang="en-US" sz="1500" b="1" i="0" u="none" strike="noStrike" cap="none" dirty="0">
                <a:solidFill>
                  <a:schemeClr val="dk1"/>
                </a:solidFill>
                <a:latin typeface="Calibri"/>
                <a:ea typeface="Calibri"/>
                <a:cs typeface="Calibri"/>
                <a:sym typeface="Calibri"/>
              </a:rPr>
              <a:t>・</a:t>
            </a:r>
            <a:r>
              <a:rPr lang="ja-JP" altLang="en-US" sz="1500" b="1" dirty="0">
                <a:solidFill>
                  <a:schemeClr val="dk1"/>
                </a:solidFill>
                <a:latin typeface="Calibri"/>
                <a:ea typeface="Calibri"/>
                <a:cs typeface="Calibri"/>
                <a:sym typeface="Calibri"/>
              </a:rPr>
              <a:t>スイス１年、フランス３年のお菓子作り修行　（</a:t>
            </a:r>
            <a:r>
              <a:rPr lang="ja-JP" altLang="en-US" sz="1500" b="1" dirty="0">
                <a:solidFill>
                  <a:schemeClr val="tx1"/>
                </a:solidFill>
                <a:latin typeface="Calibri"/>
                <a:ea typeface="Calibri"/>
                <a:cs typeface="Calibri"/>
                <a:sym typeface="Calibri"/>
              </a:rPr>
              <a:t>修行</a:t>
            </a:r>
            <a:r>
              <a:rPr lang="en-US" altLang="ja-JP" sz="1500" b="1" dirty="0">
                <a:solidFill>
                  <a:srgbClr val="C00000"/>
                </a:solidFill>
                <a:latin typeface="Calibri"/>
                <a:ea typeface="Calibri"/>
                <a:cs typeface="Calibri"/>
                <a:sym typeface="Calibri"/>
              </a:rPr>
              <a:t>4</a:t>
            </a:r>
            <a:r>
              <a:rPr lang="ja-JP" altLang="en-US" sz="1500" b="1" dirty="0">
                <a:solidFill>
                  <a:srgbClr val="C00000"/>
                </a:solidFill>
                <a:latin typeface="Calibri"/>
                <a:ea typeface="Calibri"/>
                <a:cs typeface="Calibri"/>
                <a:sym typeface="Calibri"/>
              </a:rPr>
              <a:t>年</a:t>
            </a:r>
            <a:r>
              <a:rPr lang="en-US" altLang="ja-JP" sz="1500" b="1" dirty="0">
                <a:solidFill>
                  <a:srgbClr val="C00000"/>
                </a:solidFill>
                <a:latin typeface="Calibri"/>
                <a:ea typeface="Calibri"/>
                <a:cs typeface="Calibri"/>
                <a:sym typeface="Calibri"/>
              </a:rPr>
              <a:t>4</a:t>
            </a:r>
            <a:r>
              <a:rPr lang="ja-JP" altLang="en-US" sz="1500" b="1" dirty="0">
                <a:solidFill>
                  <a:srgbClr val="C00000"/>
                </a:solidFill>
                <a:latin typeface="Calibri"/>
                <a:ea typeface="Calibri"/>
                <a:cs typeface="Calibri"/>
                <a:sym typeface="Calibri"/>
              </a:rPr>
              <a:t>か月＋</a:t>
            </a:r>
            <a:r>
              <a:rPr lang="en-US" altLang="ja-JP" sz="1500" b="1" dirty="0">
                <a:solidFill>
                  <a:srgbClr val="C00000"/>
                </a:solidFill>
                <a:latin typeface="Calibri"/>
                <a:ea typeface="Calibri"/>
                <a:cs typeface="Calibri"/>
                <a:sym typeface="Calibri"/>
              </a:rPr>
              <a:t>50</a:t>
            </a:r>
            <a:r>
              <a:rPr lang="ja-JP" altLang="en-US" sz="1500" b="1" dirty="0">
                <a:solidFill>
                  <a:srgbClr val="C00000"/>
                </a:solidFill>
                <a:latin typeface="Calibri"/>
                <a:ea typeface="Calibri"/>
                <a:cs typeface="Calibri"/>
                <a:sym typeface="Calibri"/>
              </a:rPr>
              <a:t>年</a:t>
            </a:r>
            <a:r>
              <a:rPr lang="ja-JP" altLang="en-US" sz="1500" b="1" dirty="0">
                <a:solidFill>
                  <a:schemeClr val="tx1"/>
                </a:solidFill>
                <a:latin typeface="Calibri"/>
                <a:ea typeface="Calibri"/>
                <a:cs typeface="Calibri"/>
                <a:sym typeface="Calibri"/>
              </a:rPr>
              <a:t>）</a:t>
            </a:r>
            <a:r>
              <a:rPr lang="ja-JP" altLang="en-US" sz="1500" b="1" dirty="0">
                <a:solidFill>
                  <a:srgbClr val="C00000"/>
                </a:solidFill>
                <a:latin typeface="Calibri"/>
                <a:ea typeface="Calibri"/>
                <a:cs typeface="Calibri"/>
                <a:sym typeface="Calibri"/>
              </a:rPr>
              <a:t>　　１０００万円～</a:t>
            </a:r>
          </a:p>
          <a:p>
            <a:pPr marL="0" marR="0" lvl="0" indent="0" algn="l" rtl="0">
              <a:lnSpc>
                <a:spcPct val="100000"/>
              </a:lnSpc>
              <a:spcBef>
                <a:spcPts val="0"/>
              </a:spcBef>
              <a:spcAft>
                <a:spcPts val="0"/>
              </a:spcAft>
              <a:buClr>
                <a:srgbClr val="000000"/>
              </a:buClr>
              <a:buSzPts val="1500"/>
              <a:buFont typeface="Arial"/>
              <a:buNone/>
            </a:pPr>
            <a:r>
              <a:rPr lang="ja-JP" altLang="en-US" sz="1500" b="1" i="0" u="none" strike="noStrike" cap="none" dirty="0">
                <a:solidFill>
                  <a:schemeClr val="dk1"/>
                </a:solidFill>
                <a:latin typeface="Calibri"/>
                <a:ea typeface="Calibri"/>
                <a:cs typeface="Calibri"/>
                <a:sym typeface="Calibri"/>
              </a:rPr>
              <a:t>　</a:t>
            </a:r>
            <a:endParaRPr lang="ja-JP" altLang="en-US" sz="1500" b="1" i="0" u="none" strike="noStrike" cap="none" dirty="0">
              <a:solidFill>
                <a:srgbClr val="FF0000"/>
              </a:solidFill>
              <a:latin typeface="Calibri"/>
              <a:ea typeface="Calibri"/>
              <a:cs typeface="Calibri"/>
              <a:sym typeface="Calibri"/>
            </a:endParaRPr>
          </a:p>
          <a:p>
            <a:pPr lvl="0">
              <a:buClr>
                <a:schemeClr val="dk1"/>
              </a:buClr>
              <a:buSzPts val="1500"/>
            </a:pPr>
            <a:r>
              <a:rPr lang="ja-JP" altLang="en-US" sz="1500" b="1" dirty="0">
                <a:solidFill>
                  <a:schemeClr val="dk1"/>
                </a:solidFill>
                <a:latin typeface="Calibri"/>
                <a:ea typeface="Calibri"/>
                <a:cs typeface="Calibri"/>
                <a:sym typeface="Calibri"/>
              </a:rPr>
              <a:t>・新潟県柏崎農業高等学校食品化学課で</a:t>
            </a:r>
            <a:r>
              <a:rPr lang="en-US" altLang="ja-JP" sz="1500" b="1" dirty="0">
                <a:solidFill>
                  <a:schemeClr val="dk1"/>
                </a:solidFill>
                <a:latin typeface="Calibri"/>
                <a:ea typeface="Calibri"/>
                <a:cs typeface="Calibri"/>
                <a:sym typeface="Calibri"/>
              </a:rPr>
              <a:t>3</a:t>
            </a:r>
            <a:r>
              <a:rPr lang="ja-JP" altLang="en-US" sz="1500" b="1" dirty="0">
                <a:solidFill>
                  <a:schemeClr val="dk1"/>
                </a:solidFill>
                <a:latin typeface="Calibri"/>
                <a:ea typeface="Calibri"/>
                <a:cs typeface="Calibri"/>
                <a:sym typeface="Calibri"/>
              </a:rPr>
              <a:t>年間食の理論と実践を学ぶ（</a:t>
            </a:r>
            <a:r>
              <a:rPr lang="ja-JP" altLang="en-US" sz="1500" b="1" dirty="0">
                <a:solidFill>
                  <a:srgbClr val="C00000"/>
                </a:solidFill>
                <a:latin typeface="Calibri"/>
                <a:ea typeface="Calibri"/>
                <a:cs typeface="Calibri"/>
                <a:sym typeface="Calibri"/>
              </a:rPr>
              <a:t>３年</a:t>
            </a:r>
            <a:r>
              <a:rPr lang="ja-JP" altLang="en-US" sz="1500" b="1" dirty="0">
                <a:solidFill>
                  <a:schemeClr val="tx1"/>
                </a:solidFill>
                <a:latin typeface="Calibri"/>
                <a:ea typeface="Calibri"/>
                <a:cs typeface="Calibri"/>
                <a:sym typeface="Calibri"/>
              </a:rPr>
              <a:t>）</a:t>
            </a:r>
            <a:r>
              <a:rPr lang="ja-JP" altLang="en-US" sz="1500" b="1" dirty="0">
                <a:solidFill>
                  <a:srgbClr val="C00000"/>
                </a:solidFill>
                <a:latin typeface="Calibri"/>
                <a:ea typeface="Calibri"/>
                <a:cs typeface="Calibri"/>
                <a:sym typeface="Calibri"/>
              </a:rPr>
              <a:t>３０万円～</a:t>
            </a:r>
            <a:endParaRPr lang="en-US" altLang="ja-JP" sz="1500" b="1" dirty="0">
              <a:solidFill>
                <a:srgbClr val="C00000"/>
              </a:solidFill>
              <a:latin typeface="Calibri"/>
              <a:ea typeface="Calibri"/>
              <a:cs typeface="Calibri"/>
              <a:sym typeface="Calibri"/>
            </a:endParaRPr>
          </a:p>
          <a:p>
            <a:pPr lvl="0">
              <a:buClr>
                <a:schemeClr val="dk1"/>
              </a:buClr>
              <a:buSzPts val="1500"/>
            </a:pPr>
            <a:r>
              <a:rPr lang="ja-JP" altLang="en-US" sz="1500" b="1" dirty="0">
                <a:solidFill>
                  <a:srgbClr val="C00000"/>
                </a:solidFill>
                <a:latin typeface="Calibri"/>
                <a:ea typeface="Calibri"/>
                <a:cs typeface="Calibri"/>
                <a:sym typeface="Calibri"/>
              </a:rPr>
              <a:t>　＆</a:t>
            </a:r>
            <a:r>
              <a:rPr lang="ja-JP" altLang="en-US" sz="1500" b="1" dirty="0">
                <a:solidFill>
                  <a:schemeClr val="tx1"/>
                </a:solidFill>
                <a:latin typeface="Calibri"/>
                <a:ea typeface="Calibri"/>
                <a:cs typeface="Calibri"/>
                <a:sym typeface="Calibri"/>
              </a:rPr>
              <a:t>糀作りを簡単に家庭で作る方法を学ぶ</a:t>
            </a:r>
            <a:r>
              <a:rPr lang="ja-JP" altLang="en-US" sz="1500" b="1" dirty="0">
                <a:solidFill>
                  <a:srgbClr val="C00000"/>
                </a:solidFill>
                <a:latin typeface="Calibri"/>
                <a:ea typeface="Calibri"/>
                <a:cs typeface="Calibri"/>
                <a:sym typeface="Calibri"/>
              </a:rPr>
              <a:t>（だき糀作り）</a:t>
            </a:r>
            <a:endParaRPr lang="en-US" altLang="ja-JP" sz="1500" b="1" dirty="0">
              <a:solidFill>
                <a:srgbClr val="C00000"/>
              </a:solidFill>
              <a:latin typeface="Calibri"/>
              <a:ea typeface="Calibri"/>
              <a:cs typeface="Calibri"/>
              <a:sym typeface="Calibri"/>
            </a:endParaRPr>
          </a:p>
          <a:p>
            <a:pPr lvl="0">
              <a:buClr>
                <a:schemeClr val="dk1"/>
              </a:buClr>
              <a:buSzPts val="1500"/>
            </a:pPr>
            <a:endParaRPr lang="ja-JP" altLang="en-US" sz="1500" b="1" i="0" u="none" strike="noStrike" cap="none" dirty="0">
              <a:solidFill>
                <a:schemeClr val="tx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500"/>
              <a:buFont typeface="Arial"/>
              <a:buNone/>
            </a:pPr>
            <a:r>
              <a:rPr lang="ja-JP" altLang="en-US" sz="1500" b="1" i="0" u="none" strike="noStrike" cap="none" dirty="0">
                <a:solidFill>
                  <a:schemeClr val="dk1"/>
                </a:solidFill>
                <a:latin typeface="Calibri"/>
                <a:ea typeface="Calibri"/>
                <a:cs typeface="Calibri"/>
                <a:sym typeface="Calibri"/>
              </a:rPr>
              <a:t>・</a:t>
            </a:r>
            <a:r>
              <a:rPr lang="ja-JP" altLang="en-US" sz="1500" b="1" dirty="0">
                <a:solidFill>
                  <a:schemeClr val="dk1"/>
                </a:solidFill>
                <a:latin typeface="Calibri"/>
                <a:ea typeface="Calibri"/>
                <a:cs typeface="Calibri"/>
                <a:sym typeface="Calibri"/>
              </a:rPr>
              <a:t>陸稲（畑のお米つくり）＆菌ちゃん農法＆自然農＆野草塾＆きのこ塾</a:t>
            </a:r>
            <a:endParaRPr lang="ja-JP" altLang="en-US" sz="1500" b="1" i="0" u="none" strike="noStrike" cap="none" dirty="0">
              <a:solidFill>
                <a:srgbClr val="C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500"/>
              <a:buFont typeface="Arial"/>
              <a:buNone/>
            </a:pPr>
            <a:r>
              <a:rPr lang="ja-JP" altLang="en-US" sz="1500" b="1" i="0" u="none" strike="noStrike" cap="none" dirty="0">
                <a:solidFill>
                  <a:schemeClr val="dk1"/>
                </a:solidFill>
                <a:latin typeface="Calibri"/>
                <a:ea typeface="Calibri"/>
                <a:cs typeface="Calibri"/>
                <a:sym typeface="Calibri"/>
              </a:rPr>
              <a:t>　</a:t>
            </a:r>
            <a:r>
              <a:rPr lang="ja-JP" altLang="en-US" sz="1500" b="1" dirty="0">
                <a:solidFill>
                  <a:schemeClr val="dk1"/>
                </a:solidFill>
                <a:latin typeface="Calibri"/>
                <a:ea typeface="Calibri"/>
                <a:cs typeface="Calibri"/>
                <a:sym typeface="Calibri"/>
              </a:rPr>
              <a:t>ポタジェ（キッチンガーデン作り）作り・サバイバル術講座（</a:t>
            </a:r>
            <a:r>
              <a:rPr lang="en-US" altLang="ja-JP" sz="1500" b="1" dirty="0">
                <a:solidFill>
                  <a:srgbClr val="C00000"/>
                </a:solidFill>
                <a:latin typeface="Calibri"/>
                <a:ea typeface="Calibri"/>
                <a:cs typeface="Calibri"/>
                <a:sym typeface="Calibri"/>
              </a:rPr>
              <a:t>1</a:t>
            </a:r>
            <a:r>
              <a:rPr lang="ja-JP" altLang="en-US" sz="1500" b="1" dirty="0">
                <a:solidFill>
                  <a:srgbClr val="C00000"/>
                </a:solidFill>
                <a:latin typeface="Calibri"/>
                <a:ea typeface="Calibri"/>
                <a:cs typeface="Calibri"/>
                <a:sym typeface="Calibri"/>
              </a:rPr>
              <a:t>～</a:t>
            </a:r>
            <a:r>
              <a:rPr lang="en-US" altLang="ja-JP" sz="1500" b="1" dirty="0">
                <a:solidFill>
                  <a:srgbClr val="C00000"/>
                </a:solidFill>
                <a:latin typeface="Calibri"/>
                <a:ea typeface="Calibri"/>
                <a:cs typeface="Calibri"/>
                <a:sym typeface="Calibri"/>
              </a:rPr>
              <a:t>5</a:t>
            </a:r>
            <a:r>
              <a:rPr lang="ja-JP" altLang="en-US" sz="1500" b="1" dirty="0">
                <a:solidFill>
                  <a:srgbClr val="C00000"/>
                </a:solidFill>
                <a:latin typeface="Calibri"/>
                <a:ea typeface="Calibri"/>
                <a:cs typeface="Calibri"/>
                <a:sym typeface="Calibri"/>
              </a:rPr>
              <a:t>年</a:t>
            </a:r>
            <a:r>
              <a:rPr lang="ja-JP" altLang="en-US" sz="1500" b="1" dirty="0">
                <a:solidFill>
                  <a:schemeClr val="tx1"/>
                </a:solidFill>
                <a:latin typeface="Calibri"/>
                <a:ea typeface="Calibri"/>
                <a:cs typeface="Calibri"/>
                <a:sym typeface="Calibri"/>
              </a:rPr>
              <a:t>）</a:t>
            </a:r>
            <a:r>
              <a:rPr lang="ja-JP" altLang="en-US" sz="1500" b="1" dirty="0">
                <a:solidFill>
                  <a:srgbClr val="C00000"/>
                </a:solidFill>
                <a:latin typeface="Calibri"/>
                <a:ea typeface="Calibri"/>
                <a:cs typeface="Calibri"/>
                <a:sym typeface="Calibri"/>
              </a:rPr>
              <a:t>３０万円</a:t>
            </a:r>
            <a:r>
              <a:rPr lang="ja-JP" altLang="en-US" sz="1500" b="1" i="0" u="none" strike="noStrike" cap="none" dirty="0">
                <a:solidFill>
                  <a:srgbClr val="C00000"/>
                </a:solidFill>
                <a:latin typeface="Calibri"/>
                <a:ea typeface="Calibri"/>
                <a:cs typeface="Calibri"/>
                <a:sym typeface="Calibri"/>
              </a:rPr>
              <a:t>～</a:t>
            </a:r>
          </a:p>
          <a:p>
            <a:pPr marL="0" marR="0" lvl="0" indent="0" algn="l" rtl="0">
              <a:lnSpc>
                <a:spcPct val="100000"/>
              </a:lnSpc>
              <a:spcBef>
                <a:spcPts val="0"/>
              </a:spcBef>
              <a:spcAft>
                <a:spcPts val="0"/>
              </a:spcAft>
              <a:buClr>
                <a:srgbClr val="000000"/>
              </a:buClr>
              <a:buSzPts val="1500"/>
              <a:buFont typeface="Arial"/>
              <a:buNone/>
            </a:pPr>
            <a:r>
              <a:rPr lang="ja-JP" altLang="en-US" sz="1500" b="1" i="0" u="none" strike="noStrike" cap="none" dirty="0">
                <a:solidFill>
                  <a:schemeClr val="dk1"/>
                </a:solidFill>
                <a:latin typeface="Calibri"/>
                <a:ea typeface="Calibri"/>
                <a:cs typeface="Calibri"/>
                <a:sym typeface="Calibri"/>
              </a:rPr>
              <a:t>　</a:t>
            </a:r>
            <a:endParaRPr lang="ja-JP" altLang="en-US" sz="1500" b="1" i="0" u="none" strike="noStrike" cap="none" dirty="0">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500"/>
              <a:buFont typeface="Arial"/>
              <a:buNone/>
            </a:pPr>
            <a:r>
              <a:rPr lang="ja-JP" altLang="en-US" sz="1500" b="1" dirty="0">
                <a:solidFill>
                  <a:schemeClr val="dk1"/>
                </a:solidFill>
                <a:latin typeface="Calibri"/>
                <a:ea typeface="Calibri"/>
                <a:cs typeface="Calibri"/>
                <a:sym typeface="Calibri"/>
              </a:rPr>
              <a:t>・お米、玄米で作るフランス菓子講座（</a:t>
            </a:r>
            <a:r>
              <a:rPr lang="en-US" altLang="ja-JP" sz="1800" b="1" dirty="0">
                <a:solidFill>
                  <a:srgbClr val="C00000"/>
                </a:solidFill>
                <a:latin typeface="Calibri"/>
                <a:ea typeface="Calibri"/>
                <a:cs typeface="Calibri"/>
                <a:sym typeface="Calibri"/>
              </a:rPr>
              <a:t>50</a:t>
            </a:r>
            <a:r>
              <a:rPr lang="ja-JP" altLang="en-US" sz="1500" b="1" dirty="0">
                <a:solidFill>
                  <a:srgbClr val="C00000"/>
                </a:solidFill>
                <a:latin typeface="Calibri"/>
                <a:ea typeface="Calibri"/>
                <a:cs typeface="Calibri"/>
                <a:sym typeface="Calibri"/>
              </a:rPr>
              <a:t>年</a:t>
            </a:r>
            <a:r>
              <a:rPr lang="ja-JP" altLang="en-US" sz="1500" b="1" dirty="0">
                <a:solidFill>
                  <a:schemeClr val="dk1"/>
                </a:solidFill>
                <a:latin typeface="Calibri"/>
                <a:ea typeface="Calibri"/>
                <a:cs typeface="Calibri"/>
                <a:sym typeface="Calibri"/>
              </a:rPr>
              <a:t>）</a:t>
            </a:r>
            <a:endParaRPr lang="en-US" altLang="ja-JP" sz="1500" b="1" dirty="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500"/>
              <a:buFont typeface="Arial"/>
              <a:buNone/>
            </a:pPr>
            <a:r>
              <a:rPr lang="ja-JP" altLang="en-US" sz="1500" b="1" dirty="0">
                <a:solidFill>
                  <a:schemeClr val="dk1"/>
                </a:solidFill>
                <a:latin typeface="Calibri"/>
                <a:ea typeface="Calibri"/>
                <a:cs typeface="Calibri"/>
                <a:sym typeface="Calibri"/>
              </a:rPr>
              <a:t>　　</a:t>
            </a:r>
            <a:endParaRPr lang="ja-JP" altLang="en-US" sz="1500" b="1" dirty="0">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500"/>
              <a:buFont typeface="Arial"/>
              <a:buNone/>
            </a:pPr>
            <a:r>
              <a:rPr lang="ja-JP" altLang="en-US" sz="1500" b="1" dirty="0">
                <a:solidFill>
                  <a:schemeClr val="dk1"/>
                </a:solidFill>
                <a:latin typeface="Calibri"/>
                <a:ea typeface="Calibri"/>
                <a:cs typeface="Calibri"/>
                <a:sym typeface="Calibri"/>
              </a:rPr>
              <a:t>・お米、玄米で作るパン講座　（</a:t>
            </a:r>
            <a:r>
              <a:rPr lang="en-US" altLang="ja-JP" sz="1800" b="1" dirty="0">
                <a:solidFill>
                  <a:srgbClr val="C00000"/>
                </a:solidFill>
                <a:latin typeface="Calibri"/>
                <a:ea typeface="Calibri"/>
                <a:cs typeface="Calibri"/>
                <a:sym typeface="Calibri"/>
              </a:rPr>
              <a:t>50</a:t>
            </a:r>
            <a:r>
              <a:rPr lang="ja-JP" altLang="en-US" sz="1500" b="1" dirty="0">
                <a:solidFill>
                  <a:srgbClr val="C00000"/>
                </a:solidFill>
                <a:latin typeface="Calibri"/>
                <a:ea typeface="Calibri"/>
                <a:cs typeface="Calibri"/>
                <a:sym typeface="Calibri"/>
              </a:rPr>
              <a:t>年</a:t>
            </a:r>
            <a:r>
              <a:rPr lang="ja-JP" altLang="en-US" sz="1500" b="1" dirty="0">
                <a:solidFill>
                  <a:schemeClr val="dk1"/>
                </a:solidFill>
                <a:latin typeface="Calibri"/>
                <a:ea typeface="Calibri"/>
                <a:cs typeface="Calibri"/>
                <a:sym typeface="Calibri"/>
              </a:rPr>
              <a:t>）</a:t>
            </a:r>
            <a:endParaRPr lang="en-US" altLang="ja-JP" sz="1500" b="1" dirty="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500"/>
              <a:buFont typeface="Arial"/>
              <a:buNone/>
            </a:pPr>
            <a:endParaRPr lang="ja-JP" altLang="en-US" sz="1500" b="1" dirty="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500"/>
              <a:buFont typeface="Arial"/>
              <a:buNone/>
            </a:pPr>
            <a:r>
              <a:rPr lang="ja-JP" altLang="en-US" sz="1500" b="1" dirty="0">
                <a:solidFill>
                  <a:schemeClr val="dk1"/>
                </a:solidFill>
                <a:latin typeface="Calibri"/>
                <a:ea typeface="Calibri"/>
                <a:cs typeface="Calibri"/>
                <a:sym typeface="Calibri"/>
              </a:rPr>
              <a:t>・ビジネススクール（</a:t>
            </a:r>
            <a:r>
              <a:rPr lang="en-US" altLang="ja-JP" sz="1500" b="1" dirty="0">
                <a:solidFill>
                  <a:srgbClr val="C00000"/>
                </a:solidFill>
                <a:latin typeface="Calibri"/>
                <a:ea typeface="Calibri"/>
                <a:cs typeface="Calibri"/>
                <a:sym typeface="Calibri"/>
              </a:rPr>
              <a:t>2</a:t>
            </a:r>
            <a:r>
              <a:rPr lang="ja-JP" altLang="en-US" sz="1500" b="1" dirty="0">
                <a:solidFill>
                  <a:srgbClr val="C00000"/>
                </a:solidFill>
                <a:latin typeface="Calibri"/>
                <a:ea typeface="Calibri"/>
                <a:cs typeface="Calibri"/>
                <a:sym typeface="Calibri"/>
              </a:rPr>
              <a:t>年</a:t>
            </a:r>
            <a:r>
              <a:rPr lang="ja-JP" altLang="en-US" sz="1500" b="1" dirty="0">
                <a:solidFill>
                  <a:schemeClr val="dk1"/>
                </a:solidFill>
                <a:latin typeface="Calibri"/>
                <a:ea typeface="Calibri"/>
                <a:cs typeface="Calibri"/>
                <a:sym typeface="Calibri"/>
              </a:rPr>
              <a:t>）　</a:t>
            </a:r>
            <a:r>
              <a:rPr lang="ja-JP" altLang="en-US" sz="1500" b="1" dirty="0">
                <a:solidFill>
                  <a:srgbClr val="C00000"/>
                </a:solidFill>
                <a:latin typeface="Calibri"/>
                <a:ea typeface="Calibri"/>
                <a:cs typeface="Calibri"/>
                <a:sym typeface="Calibri"/>
              </a:rPr>
              <a:t>１００万円　</a:t>
            </a:r>
          </a:p>
          <a:p>
            <a:pPr marL="0" lvl="0" indent="0" algn="l" rtl="0">
              <a:spcBef>
                <a:spcPts val="0"/>
              </a:spcBef>
              <a:spcAft>
                <a:spcPts val="0"/>
              </a:spcAft>
              <a:buClr>
                <a:schemeClr val="dk1"/>
              </a:buClr>
              <a:buSzPts val="1500"/>
              <a:buFont typeface="Arial"/>
              <a:buNone/>
            </a:pPr>
            <a:r>
              <a:rPr lang="ja-JP" altLang="en-US" sz="1500" b="1" dirty="0">
                <a:solidFill>
                  <a:srgbClr val="C00000"/>
                </a:solidFill>
                <a:latin typeface="Calibri"/>
                <a:ea typeface="Calibri"/>
                <a:cs typeface="Calibri"/>
                <a:sym typeface="Calibri"/>
              </a:rPr>
              <a:t>　</a:t>
            </a:r>
          </a:p>
          <a:p>
            <a:pPr marL="0" lvl="0" indent="0" algn="l" rtl="0">
              <a:spcBef>
                <a:spcPts val="0"/>
              </a:spcBef>
              <a:spcAft>
                <a:spcPts val="0"/>
              </a:spcAft>
              <a:buClr>
                <a:schemeClr val="dk1"/>
              </a:buClr>
              <a:buSzPts val="1500"/>
              <a:buFont typeface="Arial"/>
              <a:buNone/>
            </a:pPr>
            <a:endParaRPr sz="1500" b="1" dirty="0">
              <a:solidFill>
                <a:srgbClr val="FF0000"/>
              </a:solidFill>
              <a:latin typeface="Calibri"/>
              <a:ea typeface="Calibri"/>
              <a:cs typeface="Calibri"/>
              <a:sym typeface="Calibri"/>
            </a:endParaRPr>
          </a:p>
        </p:txBody>
      </p:sp>
      <p:sp>
        <p:nvSpPr>
          <p:cNvPr id="385" name="Google Shape;385;p46">
            <a:extLst>
              <a:ext uri="{FF2B5EF4-FFF2-40B4-BE49-F238E27FC236}">
                <a16:creationId xmlns:a16="http://schemas.microsoft.com/office/drawing/2014/main" id="{2A791101-E753-F53A-5D6E-56D06063377F}"/>
              </a:ext>
            </a:extLst>
          </p:cNvPr>
          <p:cNvSpPr txBox="1"/>
          <p:nvPr/>
        </p:nvSpPr>
        <p:spPr>
          <a:xfrm>
            <a:off x="831850" y="262725"/>
            <a:ext cx="6858000" cy="424500"/>
          </a:xfrm>
          <a:prstGeom prst="rect">
            <a:avLst/>
          </a:prstGeom>
          <a:noFill/>
          <a:ln>
            <a:noFill/>
          </a:ln>
        </p:spPr>
        <p:txBody>
          <a:bodyPr spcFirstLastPara="1" wrap="square" lIns="68575" tIns="34275" rIns="68575" bIns="34275" anchor="ctr" anchorCtr="0">
            <a:normAutofit lnSpcReduction="10000"/>
          </a:bodyPr>
          <a:lstStyle/>
          <a:p>
            <a:pPr marL="0" marR="0" lvl="0" indent="0" algn="ctr" rtl="0">
              <a:lnSpc>
                <a:spcPct val="90000"/>
              </a:lnSpc>
              <a:spcBef>
                <a:spcPts val="0"/>
              </a:spcBef>
              <a:spcAft>
                <a:spcPts val="0"/>
              </a:spcAft>
              <a:buClr>
                <a:srgbClr val="3F3F3F"/>
              </a:buClr>
              <a:buSzPts val="2700"/>
              <a:buFont typeface="Calibri"/>
              <a:buNone/>
            </a:pPr>
            <a:r>
              <a:rPr lang="ja" sz="2700" b="1" dirty="0">
                <a:solidFill>
                  <a:srgbClr val="3F3F3F"/>
                </a:solidFill>
                <a:latin typeface="Calibri"/>
                <a:ea typeface="Calibri"/>
                <a:cs typeface="Calibri"/>
                <a:sym typeface="Calibri"/>
              </a:rPr>
              <a:t>天給自足塾</a:t>
            </a:r>
            <a:r>
              <a:rPr lang="ja" sz="2700" b="1" i="0" u="none" strike="noStrike" cap="none" dirty="0">
                <a:solidFill>
                  <a:srgbClr val="3F3F3F"/>
                </a:solidFill>
                <a:latin typeface="Calibri"/>
                <a:ea typeface="Calibri"/>
                <a:cs typeface="Calibri"/>
                <a:sym typeface="Calibri"/>
              </a:rPr>
              <a:t>でお伝えできること</a:t>
            </a:r>
            <a:endParaRPr sz="2700" b="1" i="0" u="none" strike="noStrike" cap="none" dirty="0">
              <a:solidFill>
                <a:srgbClr val="3F3F3F"/>
              </a:solidFill>
              <a:latin typeface="Calibri"/>
              <a:ea typeface="Calibri"/>
              <a:cs typeface="Calibri"/>
              <a:sym typeface="Calibri"/>
            </a:endParaRPr>
          </a:p>
        </p:txBody>
      </p:sp>
      <p:sp>
        <p:nvSpPr>
          <p:cNvPr id="386" name="Google Shape;386;p46">
            <a:extLst>
              <a:ext uri="{FF2B5EF4-FFF2-40B4-BE49-F238E27FC236}">
                <a16:creationId xmlns:a16="http://schemas.microsoft.com/office/drawing/2014/main" id="{5C7AAA0F-A09D-712E-D78B-8A249726D56D}"/>
              </a:ext>
            </a:extLst>
          </p:cNvPr>
          <p:cNvSpPr txBox="1"/>
          <p:nvPr/>
        </p:nvSpPr>
        <p:spPr>
          <a:xfrm>
            <a:off x="281354" y="3910818"/>
            <a:ext cx="8435483" cy="1232682"/>
          </a:xfrm>
          <a:prstGeom prst="rect">
            <a:avLst/>
          </a:prstGeom>
          <a:noFill/>
          <a:ln>
            <a:noFill/>
          </a:ln>
        </p:spPr>
        <p:txBody>
          <a:bodyPr spcFirstLastPara="1" wrap="square" lIns="68575" tIns="34275" rIns="68575" bIns="34275" anchor="t" anchorCtr="0">
            <a:noAutofit/>
          </a:bodyPr>
          <a:lstStyle/>
          <a:p>
            <a:pPr lvl="0">
              <a:lnSpc>
                <a:spcPct val="90000"/>
              </a:lnSpc>
              <a:buClr>
                <a:srgbClr val="FF0000"/>
              </a:buClr>
              <a:buSzPts val="2100"/>
            </a:pPr>
            <a:r>
              <a:rPr lang="ja-JP" altLang="en-US" sz="2400" b="1" dirty="0">
                <a:solidFill>
                  <a:srgbClr val="CC4125"/>
                </a:solidFill>
                <a:latin typeface="Calibri"/>
                <a:ea typeface="Calibri"/>
                <a:cs typeface="Calibri"/>
                <a:sym typeface="Calibri"/>
              </a:rPr>
              <a:t>１１６</a:t>
            </a:r>
            <a:r>
              <a:rPr lang="ja" altLang="ja-JP" sz="2400" b="1" dirty="0">
                <a:solidFill>
                  <a:srgbClr val="CC4125"/>
                </a:solidFill>
                <a:latin typeface="Calibri"/>
                <a:ea typeface="Calibri"/>
                <a:cs typeface="Calibri"/>
                <a:sym typeface="Calibri"/>
              </a:rPr>
              <a:t>０万円</a:t>
            </a:r>
            <a:r>
              <a:rPr lang="ja-JP" altLang="en-US" sz="2400" b="1" dirty="0">
                <a:solidFill>
                  <a:srgbClr val="CC4125"/>
                </a:solidFill>
                <a:latin typeface="Calibri"/>
                <a:ea typeface="Calibri"/>
                <a:cs typeface="Calibri"/>
                <a:sym typeface="Calibri"/>
              </a:rPr>
              <a:t>～</a:t>
            </a:r>
            <a:r>
              <a:rPr lang="ja" altLang="ja-JP" sz="2400" b="1" dirty="0">
                <a:solidFill>
                  <a:srgbClr val="3F3F3F"/>
                </a:solidFill>
                <a:latin typeface="Calibri"/>
                <a:ea typeface="Calibri"/>
                <a:cs typeface="Calibri"/>
                <a:sym typeface="Calibri"/>
              </a:rPr>
              <a:t>相当</a:t>
            </a:r>
            <a:r>
              <a:rPr lang="ja-JP" altLang="en-US" sz="2400" b="1" dirty="0">
                <a:solidFill>
                  <a:srgbClr val="3F3F3F"/>
                </a:solidFill>
                <a:latin typeface="Calibri"/>
                <a:ea typeface="Calibri"/>
                <a:cs typeface="Calibri"/>
                <a:sym typeface="Calibri"/>
              </a:rPr>
              <a:t>以上</a:t>
            </a:r>
            <a:r>
              <a:rPr lang="ja" altLang="ja-JP" sz="2400" b="1" dirty="0">
                <a:solidFill>
                  <a:srgbClr val="3F3F3F"/>
                </a:solidFill>
                <a:latin typeface="Calibri"/>
                <a:ea typeface="Calibri"/>
                <a:cs typeface="Calibri"/>
                <a:sym typeface="Calibri"/>
              </a:rPr>
              <a:t>の学びすべて</a:t>
            </a:r>
            <a:r>
              <a:rPr lang="ja-JP" altLang="en-US" sz="2400" b="1" dirty="0">
                <a:solidFill>
                  <a:srgbClr val="3F3F3F"/>
                </a:solidFill>
                <a:latin typeface="Calibri"/>
                <a:ea typeface="Calibri"/>
                <a:cs typeface="Calibri"/>
                <a:sym typeface="Calibri"/>
              </a:rPr>
              <a:t>を</a:t>
            </a:r>
            <a:r>
              <a:rPr lang="ja" altLang="ja-JP" sz="2400" b="1" dirty="0">
                <a:solidFill>
                  <a:srgbClr val="3F3F3F"/>
                </a:solidFill>
                <a:latin typeface="Calibri"/>
                <a:ea typeface="Calibri"/>
                <a:cs typeface="Calibri"/>
                <a:sym typeface="Calibri"/>
              </a:rPr>
              <a:t>でオーダーメイド</a:t>
            </a:r>
            <a:r>
              <a:rPr lang="ja-JP" altLang="en-US" sz="2400" b="1" dirty="0">
                <a:solidFill>
                  <a:srgbClr val="3F3F3F"/>
                </a:solidFill>
                <a:latin typeface="Calibri"/>
                <a:ea typeface="Calibri"/>
                <a:cs typeface="Calibri"/>
                <a:sym typeface="Calibri"/>
              </a:rPr>
              <a:t>で</a:t>
            </a:r>
            <a:r>
              <a:rPr lang="ja" altLang="ja-JP" sz="2400" b="1" dirty="0">
                <a:solidFill>
                  <a:srgbClr val="3F3F3F"/>
                </a:solidFill>
                <a:latin typeface="Calibri"/>
                <a:ea typeface="Calibri"/>
                <a:cs typeface="Calibri"/>
                <a:sym typeface="Calibri"/>
              </a:rPr>
              <a:t>サポート</a:t>
            </a:r>
            <a:r>
              <a:rPr lang="ja-JP" altLang="en-US" sz="2400" b="1" dirty="0">
                <a:solidFill>
                  <a:srgbClr val="3F3F3F"/>
                </a:solidFill>
                <a:latin typeface="Calibri"/>
                <a:ea typeface="Calibri"/>
                <a:cs typeface="Calibri"/>
                <a:sym typeface="Calibri"/>
              </a:rPr>
              <a:t>を</a:t>
            </a:r>
            <a:r>
              <a:rPr lang="ja" altLang="ja-JP" sz="2400" b="1" dirty="0">
                <a:solidFill>
                  <a:srgbClr val="3F3F3F"/>
                </a:solidFill>
                <a:latin typeface="Calibri"/>
                <a:ea typeface="Calibri"/>
                <a:cs typeface="Calibri"/>
                <a:sym typeface="Calibri"/>
              </a:rPr>
              <a:t>します。</a:t>
            </a:r>
            <a:r>
              <a:rPr lang="ja-JP" altLang="en-US" sz="2400" b="1" dirty="0">
                <a:solidFill>
                  <a:srgbClr val="3F3F3F"/>
                </a:solidFill>
                <a:latin typeface="Calibri"/>
                <a:ea typeface="Calibri"/>
                <a:cs typeface="Calibri"/>
                <a:sym typeface="Calibri"/>
              </a:rPr>
              <a:t>まっちゃんの</a:t>
            </a:r>
            <a:r>
              <a:rPr lang="ja-JP" altLang="en-US" sz="2400" b="1" dirty="0">
                <a:solidFill>
                  <a:srgbClr val="FF0000"/>
                </a:solidFill>
                <a:latin typeface="Calibri"/>
                <a:ea typeface="Calibri"/>
                <a:cs typeface="Calibri"/>
                <a:sym typeface="Calibri"/>
              </a:rPr>
              <a:t>必要な時期</a:t>
            </a:r>
            <a:r>
              <a:rPr lang="ja-JP" altLang="en-US" sz="2400" b="1" dirty="0">
                <a:solidFill>
                  <a:srgbClr val="3F3F3F"/>
                </a:solidFill>
                <a:latin typeface="Calibri"/>
                <a:ea typeface="Calibri"/>
                <a:cs typeface="Calibri"/>
                <a:sym typeface="Calibri"/>
              </a:rPr>
              <a:t>に</a:t>
            </a:r>
            <a:r>
              <a:rPr lang="ja-JP" altLang="en-US" sz="2400" b="1" dirty="0">
                <a:solidFill>
                  <a:srgbClr val="FF0000"/>
                </a:solidFill>
                <a:latin typeface="Calibri"/>
                <a:ea typeface="Calibri"/>
                <a:cs typeface="Calibri"/>
                <a:sym typeface="Calibri"/>
              </a:rPr>
              <a:t>必要なタイミング</a:t>
            </a:r>
            <a:r>
              <a:rPr lang="ja-JP" altLang="en-US" sz="2400" b="1" dirty="0">
                <a:solidFill>
                  <a:srgbClr val="3F3F3F"/>
                </a:solidFill>
                <a:latin typeface="Calibri"/>
                <a:ea typeface="Calibri"/>
                <a:cs typeface="Calibri"/>
                <a:sym typeface="Calibri"/>
              </a:rPr>
              <a:t>で</a:t>
            </a:r>
            <a:r>
              <a:rPr lang="ja-JP" altLang="en-US" sz="2400" b="1" dirty="0">
                <a:solidFill>
                  <a:srgbClr val="FF0000"/>
                </a:solidFill>
                <a:latin typeface="Calibri"/>
                <a:ea typeface="Calibri"/>
                <a:cs typeface="Calibri"/>
                <a:sym typeface="Calibri"/>
              </a:rPr>
              <a:t>必要な量の</a:t>
            </a:r>
            <a:r>
              <a:rPr lang="ja-JP" altLang="en-US" sz="2400" b="1" dirty="0">
                <a:solidFill>
                  <a:srgbClr val="3F3F3F"/>
                </a:solidFill>
                <a:latin typeface="Calibri"/>
                <a:ea typeface="Calibri"/>
                <a:cs typeface="Calibri"/>
                <a:sym typeface="Calibri"/>
              </a:rPr>
              <a:t>学びを</a:t>
            </a:r>
            <a:r>
              <a:rPr lang="ja-JP" altLang="en-US" sz="2400" b="1" dirty="0">
                <a:solidFill>
                  <a:srgbClr val="FF0000"/>
                </a:solidFill>
                <a:latin typeface="Calibri"/>
                <a:ea typeface="Calibri"/>
                <a:cs typeface="Calibri"/>
                <a:sym typeface="Calibri"/>
              </a:rPr>
              <a:t>随時提供</a:t>
            </a:r>
            <a:r>
              <a:rPr lang="ja-JP" altLang="en-US" sz="2400" b="1" dirty="0">
                <a:solidFill>
                  <a:srgbClr val="3F3F3F"/>
                </a:solidFill>
                <a:latin typeface="Calibri"/>
                <a:ea typeface="Calibri"/>
                <a:cs typeface="Calibri"/>
                <a:sym typeface="Calibri"/>
              </a:rPr>
              <a:t>してゆきます。</a:t>
            </a:r>
            <a:endParaRPr sz="2400" b="1" dirty="0">
              <a:solidFill>
                <a:srgbClr val="3F3F3F"/>
              </a:solidFill>
              <a:latin typeface="Calibri"/>
              <a:ea typeface="Calibri"/>
              <a:cs typeface="Calibri"/>
              <a:sym typeface="Calibri"/>
            </a:endParaRPr>
          </a:p>
        </p:txBody>
      </p:sp>
    </p:spTree>
    <p:extLst>
      <p:ext uri="{BB962C8B-B14F-4D97-AF65-F5344CB8AC3E}">
        <p14:creationId xmlns:p14="http://schemas.microsoft.com/office/powerpoint/2010/main" val="2577347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6"/>
                                        </p:tgtEl>
                                        <p:attrNameLst>
                                          <p:attrName>style.visibility</p:attrName>
                                        </p:attrNameLst>
                                      </p:cBhvr>
                                      <p:to>
                                        <p:strVal val="visible"/>
                                      </p:to>
                                    </p:set>
                                    <p:animEffect transition="in" filter="fade">
                                      <p:cBhvr>
                                        <p:cTn id="7" dur="1000"/>
                                        <p:tgtEl>
                                          <p:spTgt spid="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1"/>
          <p:cNvSpPr txBox="1"/>
          <p:nvPr/>
        </p:nvSpPr>
        <p:spPr>
          <a:xfrm>
            <a:off x="1143000" y="310212"/>
            <a:ext cx="6858000" cy="424500"/>
          </a:xfrm>
          <a:prstGeom prst="rect">
            <a:avLst/>
          </a:prstGeom>
          <a:noFill/>
          <a:ln>
            <a:noFill/>
          </a:ln>
        </p:spPr>
        <p:txBody>
          <a:bodyPr spcFirstLastPara="1" wrap="square" lIns="68575" tIns="34275" rIns="68575" bIns="34275" anchor="ctr" anchorCtr="0">
            <a:normAutofit lnSpcReduction="10000"/>
          </a:bodyPr>
          <a:lstStyle/>
          <a:p>
            <a:pPr marL="0" marR="0" lvl="0" indent="0" algn="ctr" rtl="0">
              <a:lnSpc>
                <a:spcPct val="90000"/>
              </a:lnSpc>
              <a:spcBef>
                <a:spcPts val="0"/>
              </a:spcBef>
              <a:spcAft>
                <a:spcPts val="0"/>
              </a:spcAft>
              <a:buClr>
                <a:srgbClr val="3F3F3F"/>
              </a:buClr>
              <a:buSzPts val="2700"/>
              <a:buFont typeface="Calibri"/>
              <a:buNone/>
            </a:pPr>
            <a:r>
              <a:rPr lang="ja" sz="2700" b="1" i="0" u="none" strike="noStrike" cap="none">
                <a:solidFill>
                  <a:srgbClr val="3F3F3F"/>
                </a:solidFill>
                <a:latin typeface="Calibri"/>
                <a:ea typeface="Calibri"/>
                <a:cs typeface="Calibri"/>
                <a:sym typeface="Calibri"/>
              </a:rPr>
              <a:t>他の講座（</a:t>
            </a:r>
            <a:r>
              <a:rPr lang="ja" sz="2700" b="1">
                <a:solidFill>
                  <a:srgbClr val="3F3F3F"/>
                </a:solidFill>
                <a:latin typeface="Calibri"/>
                <a:ea typeface="Calibri"/>
                <a:cs typeface="Calibri"/>
                <a:sym typeface="Calibri"/>
              </a:rPr>
              <a:t>農業塾、発酵塾</a:t>
            </a:r>
            <a:r>
              <a:rPr lang="ja" sz="2700" b="1" i="0" u="none" strike="noStrike" cap="none">
                <a:solidFill>
                  <a:srgbClr val="3F3F3F"/>
                </a:solidFill>
                <a:latin typeface="Calibri"/>
                <a:ea typeface="Calibri"/>
                <a:cs typeface="Calibri"/>
                <a:sym typeface="Calibri"/>
              </a:rPr>
              <a:t>）との比較</a:t>
            </a:r>
            <a:endParaRPr sz="2700" b="1" i="0" u="none" strike="noStrike" cap="none">
              <a:solidFill>
                <a:srgbClr val="3F3F3F"/>
              </a:solidFill>
              <a:latin typeface="Calibri"/>
              <a:ea typeface="Calibri"/>
              <a:cs typeface="Calibri"/>
              <a:sym typeface="Calibri"/>
            </a:endParaRPr>
          </a:p>
        </p:txBody>
      </p:sp>
      <p:graphicFrame>
        <p:nvGraphicFramePr>
          <p:cNvPr id="221" name="Google Shape;221;p31"/>
          <p:cNvGraphicFramePr/>
          <p:nvPr>
            <p:extLst>
              <p:ext uri="{D42A27DB-BD31-4B8C-83A1-F6EECF244321}">
                <p14:modId xmlns:p14="http://schemas.microsoft.com/office/powerpoint/2010/main" val="1080802348"/>
              </p:ext>
            </p:extLst>
          </p:nvPr>
        </p:nvGraphicFramePr>
        <p:xfrm>
          <a:off x="829866" y="734712"/>
          <a:ext cx="7637875" cy="4344655"/>
        </p:xfrm>
        <a:graphic>
          <a:graphicData uri="http://schemas.openxmlformats.org/drawingml/2006/table">
            <a:tbl>
              <a:tblPr firstRow="1" bandRow="1">
                <a:noFill/>
                <a:tableStyleId>{E2F754B1-0338-4E5B-851A-AFE2ED995E0F}</a:tableStyleId>
              </a:tblPr>
              <a:tblGrid>
                <a:gridCol w="1527575">
                  <a:extLst>
                    <a:ext uri="{9D8B030D-6E8A-4147-A177-3AD203B41FA5}">
                      <a16:colId xmlns:a16="http://schemas.microsoft.com/office/drawing/2014/main" val="20000"/>
                    </a:ext>
                  </a:extLst>
                </a:gridCol>
                <a:gridCol w="1527575">
                  <a:extLst>
                    <a:ext uri="{9D8B030D-6E8A-4147-A177-3AD203B41FA5}">
                      <a16:colId xmlns:a16="http://schemas.microsoft.com/office/drawing/2014/main" val="20001"/>
                    </a:ext>
                  </a:extLst>
                </a:gridCol>
                <a:gridCol w="1527575">
                  <a:extLst>
                    <a:ext uri="{9D8B030D-6E8A-4147-A177-3AD203B41FA5}">
                      <a16:colId xmlns:a16="http://schemas.microsoft.com/office/drawing/2014/main" val="20002"/>
                    </a:ext>
                  </a:extLst>
                </a:gridCol>
                <a:gridCol w="1383500">
                  <a:extLst>
                    <a:ext uri="{9D8B030D-6E8A-4147-A177-3AD203B41FA5}">
                      <a16:colId xmlns:a16="http://schemas.microsoft.com/office/drawing/2014/main" val="20003"/>
                    </a:ext>
                  </a:extLst>
                </a:gridCol>
                <a:gridCol w="1671650">
                  <a:extLst>
                    <a:ext uri="{9D8B030D-6E8A-4147-A177-3AD203B41FA5}">
                      <a16:colId xmlns:a16="http://schemas.microsoft.com/office/drawing/2014/main" val="20004"/>
                    </a:ext>
                  </a:extLst>
                </a:gridCol>
              </a:tblGrid>
              <a:tr h="473894">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68600" marR="68600" marT="34300" marB="34300" anchor="ctr">
                    <a:lnB w="1270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400"/>
                        <a:buFont typeface="Arial"/>
                        <a:buNone/>
                      </a:pPr>
                      <a:r>
                        <a:rPr lang="ja"/>
                        <a:t>農業</a:t>
                      </a:r>
                      <a:r>
                        <a:rPr lang="ja" sz="1400" u="none" strike="noStrike" cap="none"/>
                        <a:t>講座</a:t>
                      </a:r>
                      <a:endParaRPr sz="1100" u="none" strike="noStrike" cap="none"/>
                    </a:p>
                  </a:txBody>
                  <a:tcPr marL="68600" marR="68600" marT="34300" marB="34300" anchor="ctr"/>
                </a:tc>
                <a:tc>
                  <a:txBody>
                    <a:bodyPr/>
                    <a:lstStyle/>
                    <a:p>
                      <a:pPr marL="0" marR="0" lvl="0" indent="0" algn="ctr" rtl="0">
                        <a:lnSpc>
                          <a:spcPct val="100000"/>
                        </a:lnSpc>
                        <a:spcBef>
                          <a:spcPts val="0"/>
                        </a:spcBef>
                        <a:spcAft>
                          <a:spcPts val="0"/>
                        </a:spcAft>
                        <a:buClr>
                          <a:schemeClr val="dk1"/>
                        </a:buClr>
                        <a:buSzPts val="800"/>
                        <a:buFont typeface="Arial"/>
                        <a:buNone/>
                      </a:pPr>
                      <a:r>
                        <a:rPr lang="ja"/>
                        <a:t>各講座</a:t>
                      </a:r>
                      <a:endParaRPr sz="1400" u="none" strike="noStrike" cap="none"/>
                    </a:p>
                    <a:p>
                      <a:pPr marL="0" marR="0" lvl="0" indent="0" algn="ctr" rtl="0">
                        <a:lnSpc>
                          <a:spcPct val="100000"/>
                        </a:lnSpc>
                        <a:spcBef>
                          <a:spcPts val="0"/>
                        </a:spcBef>
                        <a:spcAft>
                          <a:spcPts val="0"/>
                        </a:spcAft>
                        <a:buClr>
                          <a:schemeClr val="dk1"/>
                        </a:buClr>
                        <a:buSzPts val="800"/>
                        <a:buFont typeface="Arial"/>
                        <a:buNone/>
                      </a:pPr>
                      <a:r>
                        <a:rPr lang="ja" sz="1400" u="none" strike="noStrike" cap="none"/>
                        <a:t>個別サポート</a:t>
                      </a:r>
                      <a:endParaRPr sz="1400" u="none" strike="noStrike" cap="none"/>
                    </a:p>
                  </a:txBody>
                  <a:tcPr marL="68600" marR="68600" marT="34300" marB="34300" anchor="ctr"/>
                </a:tc>
                <a:tc>
                  <a:txBody>
                    <a:bodyPr/>
                    <a:lstStyle/>
                    <a:p>
                      <a:pPr marL="0" marR="0" lvl="0" indent="0" algn="ctr" rtl="0">
                        <a:lnSpc>
                          <a:spcPct val="100000"/>
                        </a:lnSpc>
                        <a:spcBef>
                          <a:spcPts val="0"/>
                        </a:spcBef>
                        <a:spcAft>
                          <a:spcPts val="0"/>
                        </a:spcAft>
                        <a:buClr>
                          <a:srgbClr val="000000"/>
                        </a:buClr>
                        <a:buSzPts val="1100"/>
                        <a:buFont typeface="Arial"/>
                        <a:buNone/>
                      </a:pPr>
                      <a:r>
                        <a:rPr lang="ja" sz="1100" u="none" strike="noStrike" cap="none"/>
                        <a:t>無料コンテンツ</a:t>
                      </a:r>
                      <a:endParaRPr sz="1100" u="none" strike="noStrike" cap="none"/>
                    </a:p>
                  </a:txBody>
                  <a:tcPr marL="68600" marR="68600" marT="34300" marB="34300" anchor="ctr">
                    <a:lnR w="12700" cap="flat" cmpd="sng">
                      <a:solidFill>
                        <a:schemeClr val="lt1"/>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chemeClr val="dk1"/>
                        </a:buClr>
                        <a:buSzPts val="1400"/>
                        <a:buFont typeface="Calibri"/>
                        <a:buNone/>
                      </a:pPr>
                      <a:r>
                        <a:rPr lang="ja"/>
                        <a:t>天給自足</a:t>
                      </a:r>
                      <a:endParaRPr sz="1400" u="none" strike="noStrike" cap="none"/>
                    </a:p>
                    <a:p>
                      <a:pPr marL="0" marR="0" lvl="0" indent="0" algn="ctr" rtl="0">
                        <a:lnSpc>
                          <a:spcPct val="100000"/>
                        </a:lnSpc>
                        <a:spcBef>
                          <a:spcPts val="0"/>
                        </a:spcBef>
                        <a:spcAft>
                          <a:spcPts val="0"/>
                        </a:spcAft>
                        <a:buClr>
                          <a:schemeClr val="dk1"/>
                        </a:buClr>
                        <a:buSzPts val="1400"/>
                        <a:buFont typeface="Calibri"/>
                        <a:buNone/>
                      </a:pPr>
                      <a:r>
                        <a:rPr lang="ja" sz="1400" u="none" strike="noStrike" cap="none"/>
                        <a:t>マスタリープラン</a:t>
                      </a:r>
                      <a:endParaRPr sz="1100" u="none" strike="noStrike" cap="none"/>
                    </a:p>
                  </a:txBody>
                  <a:tcPr marL="68600" marR="68600" marT="34300" marB="3430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353803">
                <a:tc>
                  <a:txBody>
                    <a:bodyPr/>
                    <a:lstStyle/>
                    <a:p>
                      <a:pPr marL="0" marR="0" lvl="0" indent="0" algn="ctr" rtl="0">
                        <a:lnSpc>
                          <a:spcPct val="100000"/>
                        </a:lnSpc>
                        <a:spcBef>
                          <a:spcPts val="0"/>
                        </a:spcBef>
                        <a:spcAft>
                          <a:spcPts val="0"/>
                        </a:spcAft>
                        <a:buClr>
                          <a:srgbClr val="000000"/>
                        </a:buClr>
                        <a:buSzPts val="1400"/>
                        <a:buFont typeface="Arial"/>
                        <a:buNone/>
                      </a:pPr>
                      <a:r>
                        <a:rPr lang="ja" sz="1400" b="1" u="none" strike="noStrike" cap="none"/>
                        <a:t>サポート</a:t>
                      </a:r>
                      <a:endParaRPr sz="1400" b="1" u="none" strike="noStrike" cap="none"/>
                    </a:p>
                  </a:txBody>
                  <a:tcPr marL="68600" marR="68600" marT="34300" marB="3430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ja" sz="1400" b="1" u="none" strike="noStrike" cap="none"/>
                        <a:t>△</a:t>
                      </a:r>
                      <a:endParaRPr sz="1100" u="none" strike="noStrike" cap="none"/>
                    </a:p>
                  </a:txBody>
                  <a:tcPr marL="68600" marR="68600" marT="34300" marB="34300" anchor="ctr">
                    <a:lnL w="12700" cap="flat" cmpd="sng">
                      <a:solidFill>
                        <a:schemeClr val="lt1"/>
                      </a:solidFill>
                      <a:prstDash val="solid"/>
                      <a:round/>
                      <a:headEnd type="none" w="sm" len="sm"/>
                      <a:tailEnd type="none" w="sm" len="sm"/>
                    </a:lnL>
                  </a:tcPr>
                </a:tc>
                <a:tc>
                  <a:txBody>
                    <a:bodyPr/>
                    <a:lstStyle/>
                    <a:p>
                      <a:pPr marL="0" lvl="0" indent="0" algn="ctr" rtl="0">
                        <a:spcBef>
                          <a:spcPts val="0"/>
                        </a:spcBef>
                        <a:spcAft>
                          <a:spcPts val="0"/>
                        </a:spcAft>
                        <a:buClr>
                          <a:schemeClr val="dk1"/>
                        </a:buClr>
                        <a:buSzPts val="1400"/>
                        <a:buFont typeface="Arial"/>
                        <a:buNone/>
                      </a:pPr>
                      <a:r>
                        <a:rPr lang="ja" b="1"/>
                        <a:t>◎</a:t>
                      </a:r>
                      <a:endParaRPr sz="1100" u="none" strike="noStrike" cap="none"/>
                    </a:p>
                  </a:txBody>
                  <a:tcPr marL="68600" marR="68600" marT="34300" marB="34300" anchor="ctr"/>
                </a:tc>
                <a:tc>
                  <a:txBody>
                    <a:bodyPr/>
                    <a:lstStyle/>
                    <a:p>
                      <a:pPr marL="0" marR="0" lvl="0" indent="0" algn="ctr" rtl="0">
                        <a:lnSpc>
                          <a:spcPct val="100000"/>
                        </a:lnSpc>
                        <a:spcBef>
                          <a:spcPts val="0"/>
                        </a:spcBef>
                        <a:spcAft>
                          <a:spcPts val="0"/>
                        </a:spcAft>
                        <a:buClr>
                          <a:schemeClr val="dk1"/>
                        </a:buClr>
                        <a:buSzPts val="1400"/>
                        <a:buFont typeface="Arial"/>
                        <a:buNone/>
                      </a:pPr>
                      <a:r>
                        <a:rPr lang="ja" sz="1400" b="1" u="none" strike="noStrike" cap="none"/>
                        <a:t>×</a:t>
                      </a:r>
                      <a:endParaRPr sz="1400" b="1" u="none" strike="noStrike" cap="none"/>
                    </a:p>
                  </a:txBody>
                  <a:tcPr marL="68600" marR="68600" marT="34300" marB="34300" anchor="ctr">
                    <a:lnR w="12700" cap="flat" cmpd="sng">
                      <a:solidFill>
                        <a:schemeClr val="lt1"/>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chemeClr val="dk1"/>
                        </a:buClr>
                        <a:buSzPts val="1400"/>
                        <a:buFont typeface="Arial"/>
                        <a:buNone/>
                      </a:pPr>
                      <a:r>
                        <a:rPr lang="ja" sz="1400" b="1" u="none" strike="noStrike" cap="none"/>
                        <a:t>◎</a:t>
                      </a:r>
                      <a:endParaRPr sz="1100" u="none" strike="noStrike" cap="none"/>
                    </a:p>
                  </a:txBody>
                  <a:tcPr marL="68600" marR="68600" marT="34300" marB="3430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353803">
                <a:tc>
                  <a:txBody>
                    <a:bodyPr/>
                    <a:lstStyle/>
                    <a:p>
                      <a:pPr marL="0" marR="0" lvl="0" indent="0" algn="ctr" rtl="0">
                        <a:lnSpc>
                          <a:spcPct val="100000"/>
                        </a:lnSpc>
                        <a:spcBef>
                          <a:spcPts val="0"/>
                        </a:spcBef>
                        <a:spcAft>
                          <a:spcPts val="0"/>
                        </a:spcAft>
                        <a:buClr>
                          <a:srgbClr val="000000"/>
                        </a:buClr>
                        <a:buSzPts val="1400"/>
                        <a:buFont typeface="Arial"/>
                        <a:buNone/>
                      </a:pPr>
                      <a:r>
                        <a:rPr lang="ja" sz="1400" b="1" u="none" strike="noStrike" cap="none"/>
                        <a:t>オーダーメイド</a:t>
                      </a:r>
                      <a:endParaRPr sz="1100" u="none" strike="noStrike" cap="none"/>
                    </a:p>
                  </a:txBody>
                  <a:tcPr marL="68600" marR="68600" marT="34300" marB="3430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ja" sz="1400" b="1" u="none" strike="noStrike" cap="none"/>
                        <a:t>×</a:t>
                      </a:r>
                      <a:endParaRPr sz="1400" b="1" u="none" strike="noStrike" cap="none"/>
                    </a:p>
                  </a:txBody>
                  <a:tcPr marL="68600" marR="68600" marT="34300" marB="34300" anchor="ctr">
                    <a:lnL w="12700" cap="flat" cmpd="sng">
                      <a:solidFill>
                        <a:schemeClr val="lt1"/>
                      </a:solidFill>
                      <a:prstDash val="solid"/>
                      <a:round/>
                      <a:headEnd type="none" w="sm" len="sm"/>
                      <a:tailEnd type="none" w="sm" len="sm"/>
                    </a:lnL>
                  </a:tcPr>
                </a:tc>
                <a:tc>
                  <a:txBody>
                    <a:bodyPr/>
                    <a:lstStyle/>
                    <a:p>
                      <a:pPr marL="0" marR="0" lvl="0" indent="0" algn="ctr" rtl="0">
                        <a:lnSpc>
                          <a:spcPct val="100000"/>
                        </a:lnSpc>
                        <a:spcBef>
                          <a:spcPts val="0"/>
                        </a:spcBef>
                        <a:spcAft>
                          <a:spcPts val="0"/>
                        </a:spcAft>
                        <a:buClr>
                          <a:srgbClr val="000000"/>
                        </a:buClr>
                        <a:buSzPts val="1400"/>
                        <a:buFont typeface="Arial"/>
                        <a:buNone/>
                      </a:pPr>
                      <a:r>
                        <a:rPr lang="ja" sz="1400" b="1" u="none" strike="noStrike" cap="none"/>
                        <a:t>○</a:t>
                      </a:r>
                      <a:endParaRPr sz="1100" u="none" strike="noStrike" cap="none"/>
                    </a:p>
                  </a:txBody>
                  <a:tcPr marL="68600" marR="68600" marT="34300" marB="34300" anchor="ctr"/>
                </a:tc>
                <a:tc>
                  <a:txBody>
                    <a:bodyPr/>
                    <a:lstStyle/>
                    <a:p>
                      <a:pPr marL="0" marR="0" lvl="0" indent="0" algn="ctr" rtl="0">
                        <a:lnSpc>
                          <a:spcPct val="100000"/>
                        </a:lnSpc>
                        <a:spcBef>
                          <a:spcPts val="0"/>
                        </a:spcBef>
                        <a:spcAft>
                          <a:spcPts val="0"/>
                        </a:spcAft>
                        <a:buClr>
                          <a:schemeClr val="dk1"/>
                        </a:buClr>
                        <a:buSzPts val="1400"/>
                        <a:buFont typeface="Arial"/>
                        <a:buNone/>
                      </a:pPr>
                      <a:r>
                        <a:rPr lang="ja" sz="1400" b="1" u="none" strike="noStrike" cap="none"/>
                        <a:t>×</a:t>
                      </a:r>
                      <a:endParaRPr sz="1400" b="1" u="none" strike="noStrike" cap="none"/>
                    </a:p>
                  </a:txBody>
                  <a:tcPr marL="68600" marR="68600" marT="34300" marB="34300" anchor="ctr">
                    <a:lnR w="12700" cap="flat" cmpd="sng">
                      <a:solidFill>
                        <a:schemeClr val="lt1"/>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chemeClr val="dk1"/>
                        </a:buClr>
                        <a:buSzPts val="1400"/>
                        <a:buFont typeface="Arial"/>
                        <a:buNone/>
                      </a:pPr>
                      <a:r>
                        <a:rPr lang="ja" sz="1400" b="1" u="none" strike="noStrike" cap="none"/>
                        <a:t>◎</a:t>
                      </a:r>
                      <a:endParaRPr sz="1100" u="none" strike="noStrike" cap="none"/>
                    </a:p>
                  </a:txBody>
                  <a:tcPr marL="68600" marR="68600" marT="34300" marB="3430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353803">
                <a:tc>
                  <a:txBody>
                    <a:bodyPr/>
                    <a:lstStyle/>
                    <a:p>
                      <a:pPr marL="0" marR="0" lvl="0" indent="0" algn="ctr" rtl="0">
                        <a:lnSpc>
                          <a:spcPct val="100000"/>
                        </a:lnSpc>
                        <a:spcBef>
                          <a:spcPts val="0"/>
                        </a:spcBef>
                        <a:spcAft>
                          <a:spcPts val="0"/>
                        </a:spcAft>
                        <a:buClr>
                          <a:srgbClr val="000000"/>
                        </a:buClr>
                        <a:buSzPts val="1400"/>
                        <a:buFont typeface="Arial"/>
                        <a:buNone/>
                      </a:pPr>
                      <a:r>
                        <a:rPr lang="ja" sz="1400" b="1" u="none" strike="noStrike" cap="none"/>
                        <a:t>再現性</a:t>
                      </a:r>
                      <a:endParaRPr sz="1100" u="none" strike="noStrike" cap="none"/>
                    </a:p>
                  </a:txBody>
                  <a:tcPr marL="68600" marR="68600" marT="34300" marB="3430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ja-JP" altLang="en-US" sz="1400" b="1" u="none" strike="noStrike" cap="none"/>
                        <a:t>○</a:t>
                      </a:r>
                      <a:endParaRPr lang="ja-JP" altLang="en-US" sz="1100" u="none" strike="noStrike" cap="none" dirty="0"/>
                    </a:p>
                  </a:txBody>
                  <a:tcPr marL="68600" marR="68600" marT="34300" marB="34300" anchor="ctr">
                    <a:lnL w="12700" cap="flat" cmpd="sng">
                      <a:solidFill>
                        <a:schemeClr val="lt1"/>
                      </a:solidFill>
                      <a:prstDash val="solid"/>
                      <a:round/>
                      <a:headEnd type="none" w="sm" len="sm"/>
                      <a:tailEnd type="none" w="sm" len="sm"/>
                    </a:lnL>
                  </a:tcPr>
                </a:tc>
                <a:tc>
                  <a:txBody>
                    <a:bodyPr/>
                    <a:lstStyle/>
                    <a:p>
                      <a:pPr marL="0" marR="0" lvl="0" indent="0" algn="ctr" rtl="0">
                        <a:lnSpc>
                          <a:spcPct val="100000"/>
                        </a:lnSpc>
                        <a:spcBef>
                          <a:spcPts val="0"/>
                        </a:spcBef>
                        <a:spcAft>
                          <a:spcPts val="0"/>
                        </a:spcAft>
                        <a:buClr>
                          <a:srgbClr val="000000"/>
                        </a:buClr>
                        <a:buSzPts val="1400"/>
                        <a:buFont typeface="Arial"/>
                        <a:buNone/>
                      </a:pPr>
                      <a:r>
                        <a:rPr lang="ja" sz="1400" b="1" u="none" strike="noStrike" cap="none"/>
                        <a:t>△</a:t>
                      </a:r>
                      <a:endParaRPr sz="1100" u="none" strike="noStrike" cap="none"/>
                    </a:p>
                  </a:txBody>
                  <a:tcPr marL="68600" marR="68600" marT="34300" marB="34300" anchor="ctr"/>
                </a:tc>
                <a:tc>
                  <a:txBody>
                    <a:bodyPr/>
                    <a:lstStyle/>
                    <a:p>
                      <a:pPr marL="0" marR="0" lvl="0" indent="0" algn="ctr" rtl="0">
                        <a:lnSpc>
                          <a:spcPct val="100000"/>
                        </a:lnSpc>
                        <a:spcBef>
                          <a:spcPts val="0"/>
                        </a:spcBef>
                        <a:spcAft>
                          <a:spcPts val="0"/>
                        </a:spcAft>
                        <a:buClr>
                          <a:schemeClr val="dk1"/>
                        </a:buClr>
                        <a:buSzPts val="1400"/>
                        <a:buFont typeface="Arial"/>
                        <a:buNone/>
                      </a:pPr>
                      <a:r>
                        <a:rPr lang="ja" sz="1400" b="1" u="none" strike="noStrike" cap="none"/>
                        <a:t>×</a:t>
                      </a:r>
                      <a:endParaRPr sz="1400" b="1" u="none" strike="noStrike" cap="none"/>
                    </a:p>
                  </a:txBody>
                  <a:tcPr marL="68600" marR="68600" marT="34300" marB="34300" anchor="ctr">
                    <a:lnR w="12700" cap="flat" cmpd="sng">
                      <a:solidFill>
                        <a:schemeClr val="lt1"/>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chemeClr val="dk1"/>
                        </a:buClr>
                        <a:buSzPts val="1400"/>
                        <a:buFont typeface="Arial"/>
                        <a:buNone/>
                      </a:pPr>
                      <a:r>
                        <a:rPr lang="ja" sz="1400" b="1" u="none" strike="noStrike" cap="none"/>
                        <a:t>◎</a:t>
                      </a:r>
                      <a:endParaRPr sz="1100" u="none" strike="noStrike" cap="none"/>
                    </a:p>
                  </a:txBody>
                  <a:tcPr marL="68600" marR="68600" marT="34300" marB="3430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473894">
                <a:tc>
                  <a:txBody>
                    <a:bodyPr/>
                    <a:lstStyle/>
                    <a:p>
                      <a:pPr marL="0" marR="0" lvl="0" indent="0" algn="ctr" rtl="0">
                        <a:lnSpc>
                          <a:spcPct val="100000"/>
                        </a:lnSpc>
                        <a:spcBef>
                          <a:spcPts val="0"/>
                        </a:spcBef>
                        <a:spcAft>
                          <a:spcPts val="0"/>
                        </a:spcAft>
                        <a:buClr>
                          <a:srgbClr val="000000"/>
                        </a:buClr>
                        <a:buSzPts val="1400"/>
                        <a:buFont typeface="Arial"/>
                        <a:buNone/>
                      </a:pPr>
                      <a:r>
                        <a:rPr lang="ja" sz="1400" b="1" u="none" strike="noStrike" cap="none"/>
                        <a:t>成果の出る</a:t>
                      </a:r>
                      <a:endParaRPr sz="1400" b="1" u="none" strike="noStrike" cap="none"/>
                    </a:p>
                    <a:p>
                      <a:pPr marL="0" marR="0" lvl="0" indent="0" algn="ctr" rtl="0">
                        <a:lnSpc>
                          <a:spcPct val="100000"/>
                        </a:lnSpc>
                        <a:spcBef>
                          <a:spcPts val="0"/>
                        </a:spcBef>
                        <a:spcAft>
                          <a:spcPts val="0"/>
                        </a:spcAft>
                        <a:buClr>
                          <a:srgbClr val="000000"/>
                        </a:buClr>
                        <a:buSzPts val="1400"/>
                        <a:buFont typeface="Arial"/>
                        <a:buNone/>
                      </a:pPr>
                      <a:r>
                        <a:rPr lang="ja" sz="1400" b="1" u="none" strike="noStrike" cap="none"/>
                        <a:t>スピード</a:t>
                      </a:r>
                      <a:endParaRPr sz="1100" u="none" strike="noStrike" cap="none"/>
                    </a:p>
                  </a:txBody>
                  <a:tcPr marL="68600" marR="68600" marT="34300" marB="3430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ja" sz="1400" b="1" u="none" strike="noStrike" cap="none"/>
                        <a:t>△</a:t>
                      </a:r>
                      <a:endParaRPr sz="1400" u="none" strike="noStrike" cap="none"/>
                    </a:p>
                  </a:txBody>
                  <a:tcPr marL="68600" marR="68600" marT="34300" marB="34300" anchor="ctr">
                    <a:lnL w="12700" cap="flat" cmpd="sng">
                      <a:solidFill>
                        <a:schemeClr val="lt1"/>
                      </a:solidFill>
                      <a:prstDash val="solid"/>
                      <a:round/>
                      <a:headEnd type="none" w="sm" len="sm"/>
                      <a:tailEnd type="none" w="sm" len="sm"/>
                    </a:lnL>
                  </a:tcPr>
                </a:tc>
                <a:tc>
                  <a:txBody>
                    <a:bodyPr/>
                    <a:lstStyle/>
                    <a:p>
                      <a:pPr marL="0" marR="0" lvl="0" indent="0" algn="ctr" rtl="0">
                        <a:lnSpc>
                          <a:spcPct val="100000"/>
                        </a:lnSpc>
                        <a:spcBef>
                          <a:spcPts val="0"/>
                        </a:spcBef>
                        <a:spcAft>
                          <a:spcPts val="0"/>
                        </a:spcAft>
                        <a:buClr>
                          <a:srgbClr val="000000"/>
                        </a:buClr>
                        <a:buSzPts val="1400"/>
                        <a:buFont typeface="Arial"/>
                        <a:buNone/>
                      </a:pPr>
                      <a:r>
                        <a:rPr lang="ja" sz="1400" b="1" u="none" strike="noStrike" cap="none"/>
                        <a:t>△</a:t>
                      </a:r>
                      <a:endParaRPr sz="1100" u="none" strike="noStrike" cap="none"/>
                    </a:p>
                  </a:txBody>
                  <a:tcPr marL="68600" marR="68600" marT="34300" marB="34300" anchor="ctr"/>
                </a:tc>
                <a:tc>
                  <a:txBody>
                    <a:bodyPr/>
                    <a:lstStyle/>
                    <a:p>
                      <a:pPr marL="0" marR="0" lvl="0" indent="0" algn="ctr" rtl="0">
                        <a:lnSpc>
                          <a:spcPct val="100000"/>
                        </a:lnSpc>
                        <a:spcBef>
                          <a:spcPts val="0"/>
                        </a:spcBef>
                        <a:spcAft>
                          <a:spcPts val="0"/>
                        </a:spcAft>
                        <a:buClr>
                          <a:schemeClr val="dk1"/>
                        </a:buClr>
                        <a:buSzPts val="1400"/>
                        <a:buFont typeface="Arial"/>
                        <a:buNone/>
                      </a:pPr>
                      <a:r>
                        <a:rPr lang="ja" sz="1400" b="1" u="none" strike="noStrike" cap="none"/>
                        <a:t>×</a:t>
                      </a:r>
                      <a:endParaRPr sz="1400" b="1" u="none" strike="noStrike" cap="none"/>
                    </a:p>
                  </a:txBody>
                  <a:tcPr marL="68600" marR="68600" marT="34300" marB="34300" anchor="ctr">
                    <a:lnR w="12700" cap="flat" cmpd="sng">
                      <a:solidFill>
                        <a:schemeClr val="lt1"/>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chemeClr val="dk1"/>
                        </a:buClr>
                        <a:buSzPts val="1400"/>
                        <a:buFont typeface="Arial"/>
                        <a:buNone/>
                      </a:pPr>
                      <a:r>
                        <a:rPr lang="ja" sz="1400" b="1" u="none" strike="noStrike" cap="none"/>
                        <a:t>◎</a:t>
                      </a:r>
                      <a:endParaRPr sz="1100" u="none" strike="noStrike" cap="none"/>
                    </a:p>
                  </a:txBody>
                  <a:tcPr marL="68600" marR="68600" marT="34300" marB="3430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353803">
                <a:tc>
                  <a:txBody>
                    <a:bodyPr/>
                    <a:lstStyle/>
                    <a:p>
                      <a:pPr marL="0" marR="0" lvl="0" indent="0" algn="ctr" rtl="0">
                        <a:lnSpc>
                          <a:spcPct val="100000"/>
                        </a:lnSpc>
                        <a:spcBef>
                          <a:spcPts val="0"/>
                        </a:spcBef>
                        <a:spcAft>
                          <a:spcPts val="0"/>
                        </a:spcAft>
                        <a:buClr>
                          <a:srgbClr val="000000"/>
                        </a:buClr>
                        <a:buSzPts val="1400"/>
                        <a:buFont typeface="Arial"/>
                        <a:buNone/>
                      </a:pPr>
                      <a:r>
                        <a:rPr lang="ja" sz="1400" b="1" u="none" strike="noStrike" cap="none"/>
                        <a:t>長期的な成果</a:t>
                      </a:r>
                      <a:endParaRPr sz="1400" b="1" u="none" strike="noStrike" cap="none"/>
                    </a:p>
                  </a:txBody>
                  <a:tcPr marL="68600" marR="68600" marT="34300" marB="3430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ja" sz="1400" b="1" u="none" strike="noStrike" cap="none"/>
                        <a:t>△</a:t>
                      </a:r>
                      <a:endParaRPr sz="1100" u="none" strike="noStrike" cap="none"/>
                    </a:p>
                  </a:txBody>
                  <a:tcPr marL="68600" marR="68600" marT="34300" marB="34300" anchor="ctr">
                    <a:lnL w="12700" cap="flat" cmpd="sng">
                      <a:solidFill>
                        <a:schemeClr val="lt1"/>
                      </a:solidFill>
                      <a:prstDash val="solid"/>
                      <a:round/>
                      <a:headEnd type="none" w="sm" len="sm"/>
                      <a:tailEnd type="none" w="sm" len="sm"/>
                    </a:lnL>
                  </a:tcPr>
                </a:tc>
                <a:tc>
                  <a:txBody>
                    <a:bodyPr/>
                    <a:lstStyle/>
                    <a:p>
                      <a:pPr marL="0" marR="0" lvl="0" indent="0" algn="ctr" rtl="0">
                        <a:lnSpc>
                          <a:spcPct val="100000"/>
                        </a:lnSpc>
                        <a:spcBef>
                          <a:spcPts val="0"/>
                        </a:spcBef>
                        <a:spcAft>
                          <a:spcPts val="0"/>
                        </a:spcAft>
                        <a:buClr>
                          <a:srgbClr val="000000"/>
                        </a:buClr>
                        <a:buSzPts val="1400"/>
                        <a:buFont typeface="Arial"/>
                        <a:buNone/>
                      </a:pPr>
                      <a:r>
                        <a:rPr lang="ja" sz="1400" b="1" u="none" strike="noStrike" cap="none"/>
                        <a:t>△</a:t>
                      </a:r>
                      <a:endParaRPr sz="1100" u="none" strike="noStrike" cap="none"/>
                    </a:p>
                  </a:txBody>
                  <a:tcPr marL="68600" marR="68600" marT="34300" marB="34300" anchor="ctr"/>
                </a:tc>
                <a:tc>
                  <a:txBody>
                    <a:bodyPr/>
                    <a:lstStyle/>
                    <a:p>
                      <a:pPr marL="0" marR="0" lvl="0" indent="0" algn="ctr" rtl="0">
                        <a:lnSpc>
                          <a:spcPct val="100000"/>
                        </a:lnSpc>
                        <a:spcBef>
                          <a:spcPts val="0"/>
                        </a:spcBef>
                        <a:spcAft>
                          <a:spcPts val="0"/>
                        </a:spcAft>
                        <a:buClr>
                          <a:schemeClr val="dk1"/>
                        </a:buClr>
                        <a:buSzPts val="1400"/>
                        <a:buFont typeface="Arial"/>
                        <a:buNone/>
                      </a:pPr>
                      <a:r>
                        <a:rPr lang="ja" sz="1400" b="1" u="none" strike="noStrike" cap="none"/>
                        <a:t>×</a:t>
                      </a:r>
                      <a:endParaRPr sz="1400" b="1" u="none" strike="noStrike" cap="none"/>
                    </a:p>
                  </a:txBody>
                  <a:tcPr marL="68600" marR="68600" marT="34300" marB="34300" anchor="ctr">
                    <a:lnR w="12700" cap="flat" cmpd="sng">
                      <a:solidFill>
                        <a:schemeClr val="lt1"/>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chemeClr val="dk1"/>
                        </a:buClr>
                        <a:buSzPts val="1400"/>
                        <a:buFont typeface="Arial"/>
                        <a:buNone/>
                      </a:pPr>
                      <a:r>
                        <a:rPr lang="ja" sz="1400" b="1" u="none" strike="noStrike" cap="none"/>
                        <a:t>◎</a:t>
                      </a:r>
                      <a:endParaRPr sz="1100" u="none" strike="noStrike" cap="none"/>
                    </a:p>
                  </a:txBody>
                  <a:tcPr marL="68600" marR="68600" marT="34300" marB="3430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r h="353803">
                <a:tc>
                  <a:txBody>
                    <a:bodyPr/>
                    <a:lstStyle/>
                    <a:p>
                      <a:pPr marL="0" marR="0" lvl="0" indent="0" algn="ctr" rtl="0">
                        <a:lnSpc>
                          <a:spcPct val="100000"/>
                        </a:lnSpc>
                        <a:spcBef>
                          <a:spcPts val="0"/>
                        </a:spcBef>
                        <a:spcAft>
                          <a:spcPts val="0"/>
                        </a:spcAft>
                        <a:buClr>
                          <a:srgbClr val="000000"/>
                        </a:buClr>
                        <a:buSzPts val="1400"/>
                        <a:buFont typeface="Arial"/>
                        <a:buNone/>
                      </a:pPr>
                      <a:r>
                        <a:rPr lang="ja" sz="1400" b="1" u="none" strike="noStrike" cap="none"/>
                        <a:t>難易度</a:t>
                      </a:r>
                      <a:endParaRPr sz="1100" u="none" strike="noStrike" cap="none"/>
                    </a:p>
                  </a:txBody>
                  <a:tcPr marL="68600" marR="68600" marT="34300" marB="3430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ja-JP" altLang="en-US" sz="1400" b="1" u="none" strike="noStrike" cap="none"/>
                        <a:t>○</a:t>
                      </a:r>
                      <a:endParaRPr lang="ja-JP" altLang="en-US" sz="1100" u="none" strike="noStrike" cap="none" dirty="0"/>
                    </a:p>
                  </a:txBody>
                  <a:tcPr marL="68600" marR="68600" marT="34300" marB="34300" anchor="ctr">
                    <a:lnL w="12700" cap="flat" cmpd="sng">
                      <a:solidFill>
                        <a:schemeClr val="lt1"/>
                      </a:solidFill>
                      <a:prstDash val="solid"/>
                      <a:round/>
                      <a:headEnd type="none" w="sm" len="sm"/>
                      <a:tailEnd type="none" w="sm" len="sm"/>
                    </a:lnL>
                  </a:tcPr>
                </a:tc>
                <a:tc>
                  <a:txBody>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altLang="ja" sz="1400" b="1"/>
                    </a:p>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lang="en-US" altLang="ja" sz="1400" b="1"/>
                        <a:t>○</a:t>
                      </a:r>
                    </a:p>
                    <a:p>
                      <a:pPr marL="0" marR="0" lvl="0" indent="0" algn="ctr" rtl="0">
                        <a:lnSpc>
                          <a:spcPct val="100000"/>
                        </a:lnSpc>
                        <a:spcBef>
                          <a:spcPts val="0"/>
                        </a:spcBef>
                        <a:spcAft>
                          <a:spcPts val="0"/>
                        </a:spcAft>
                        <a:buClr>
                          <a:srgbClr val="000000"/>
                        </a:buClr>
                        <a:buSzPts val="1400"/>
                        <a:buFont typeface="Arial"/>
                        <a:buNone/>
                      </a:pPr>
                      <a:endParaRPr lang="en-US" sz="1100" u="none" strike="noStrike" cap="none" dirty="0"/>
                    </a:p>
                  </a:txBody>
                  <a:tcPr marL="68600" marR="68600" marT="34300" marB="34300" anchor="ctr"/>
                </a:tc>
                <a:tc>
                  <a:txBody>
                    <a:bodyPr/>
                    <a:lstStyle/>
                    <a:p>
                      <a:pPr marL="0" lvl="0" indent="0" algn="ctr" rtl="0">
                        <a:spcBef>
                          <a:spcPts val="0"/>
                        </a:spcBef>
                        <a:spcAft>
                          <a:spcPts val="0"/>
                        </a:spcAft>
                        <a:buClr>
                          <a:schemeClr val="dk1"/>
                        </a:buClr>
                        <a:buSzPts val="1400"/>
                        <a:buFont typeface="Arial"/>
                        <a:buNone/>
                      </a:pPr>
                      <a:r>
                        <a:rPr lang="ja" b="1"/>
                        <a:t>○</a:t>
                      </a:r>
                      <a:endParaRPr b="1"/>
                    </a:p>
                  </a:txBody>
                  <a:tcPr marL="68600" marR="68600" marT="34300" marB="34300" anchor="ctr">
                    <a:lnR w="12700" cap="flat" cmpd="sng">
                      <a:solidFill>
                        <a:schemeClr val="lt1"/>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rgbClr val="000000"/>
                        </a:buClr>
                        <a:buSzPts val="1400"/>
                        <a:buFont typeface="Arial"/>
                        <a:buNone/>
                      </a:pPr>
                      <a:r>
                        <a:rPr lang="ja" sz="1400" b="1" u="none" strike="noStrike" cap="none"/>
                        <a:t>○</a:t>
                      </a:r>
                      <a:endParaRPr sz="1100" u="none" strike="noStrike" cap="none"/>
                    </a:p>
                  </a:txBody>
                  <a:tcPr marL="68600" marR="68600" marT="34300" marB="3430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6"/>
                  </a:ext>
                </a:extLst>
              </a:tr>
              <a:tr h="353803">
                <a:tc>
                  <a:txBody>
                    <a:bodyPr/>
                    <a:lstStyle/>
                    <a:p>
                      <a:pPr marL="0" marR="0" lvl="0" indent="0" algn="ctr" rtl="0">
                        <a:lnSpc>
                          <a:spcPct val="100000"/>
                        </a:lnSpc>
                        <a:spcBef>
                          <a:spcPts val="0"/>
                        </a:spcBef>
                        <a:spcAft>
                          <a:spcPts val="0"/>
                        </a:spcAft>
                        <a:buClr>
                          <a:srgbClr val="000000"/>
                        </a:buClr>
                        <a:buSzPts val="1400"/>
                        <a:buFont typeface="Arial"/>
                        <a:buNone/>
                      </a:pPr>
                      <a:r>
                        <a:rPr lang="ja" sz="1400" b="1" u="none" strike="noStrike" cap="none"/>
                        <a:t>時間</a:t>
                      </a:r>
                      <a:endParaRPr sz="1100" u="none" strike="noStrike" cap="none"/>
                    </a:p>
                  </a:txBody>
                  <a:tcPr marL="68600" marR="68600" marT="34300" marB="3430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400"/>
                        <a:buFont typeface="Arial"/>
                        <a:buNone/>
                      </a:pPr>
                      <a:r>
                        <a:rPr lang="ja" sz="1400" b="1" u="none" strike="noStrike" cap="none"/>
                        <a:t>×</a:t>
                      </a:r>
                      <a:endParaRPr sz="1100" u="none" strike="noStrike" cap="none"/>
                    </a:p>
                  </a:txBody>
                  <a:tcPr marL="68600" marR="68600" marT="34300" marB="34300" anchor="ctr">
                    <a:lnL w="12700" cap="flat" cmpd="sng">
                      <a:solidFill>
                        <a:schemeClr val="lt1"/>
                      </a:solidFill>
                      <a:prstDash val="solid"/>
                      <a:round/>
                      <a:headEnd type="none" w="sm" len="sm"/>
                      <a:tailEnd type="none" w="sm" len="sm"/>
                    </a:lnL>
                  </a:tcPr>
                </a:tc>
                <a:tc>
                  <a:txBody>
                    <a:bodyPr/>
                    <a:lstStyle/>
                    <a:p>
                      <a:pPr marL="0" marR="0" lvl="0" indent="0" algn="ctr" rtl="0">
                        <a:lnSpc>
                          <a:spcPct val="100000"/>
                        </a:lnSpc>
                        <a:spcBef>
                          <a:spcPts val="0"/>
                        </a:spcBef>
                        <a:spcAft>
                          <a:spcPts val="0"/>
                        </a:spcAft>
                        <a:buClr>
                          <a:schemeClr val="dk1"/>
                        </a:buClr>
                        <a:buSzPts val="1400"/>
                        <a:buFont typeface="Arial"/>
                        <a:buNone/>
                      </a:pPr>
                      <a:r>
                        <a:rPr lang="ja" sz="1400" b="1" u="none" strike="noStrike" cap="none"/>
                        <a:t>○</a:t>
                      </a:r>
                      <a:endParaRPr sz="1100" u="none" strike="noStrike" cap="none"/>
                    </a:p>
                  </a:txBody>
                  <a:tcPr marL="68600" marR="68600" marT="34300" marB="34300" anchor="ctr"/>
                </a:tc>
                <a:tc>
                  <a:txBody>
                    <a:bodyPr/>
                    <a:lstStyle/>
                    <a:p>
                      <a:pPr marL="0" lvl="0" indent="0" algn="ctr" rtl="0">
                        <a:spcBef>
                          <a:spcPts val="0"/>
                        </a:spcBef>
                        <a:spcAft>
                          <a:spcPts val="0"/>
                        </a:spcAft>
                        <a:buClr>
                          <a:schemeClr val="dk1"/>
                        </a:buClr>
                        <a:buSzPts val="1400"/>
                        <a:buFont typeface="Arial"/>
                        <a:buNone/>
                      </a:pPr>
                      <a:r>
                        <a:rPr lang="ja" b="1"/>
                        <a:t>◎</a:t>
                      </a:r>
                      <a:endParaRPr sz="1400" b="1" u="none" strike="noStrike" cap="none"/>
                    </a:p>
                  </a:txBody>
                  <a:tcPr marL="68600" marR="68600" marT="34300" marB="34300" anchor="ctr">
                    <a:lnR w="12700" cap="flat" cmpd="sng">
                      <a:solidFill>
                        <a:schemeClr val="lt1"/>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chemeClr val="dk1"/>
                        </a:buClr>
                        <a:buSzPts val="1400"/>
                        <a:buFont typeface="Arial"/>
                        <a:buNone/>
                      </a:pPr>
                      <a:r>
                        <a:rPr lang="ja" sz="1400" b="1" u="none" strike="noStrike" cap="none"/>
                        <a:t>○</a:t>
                      </a:r>
                      <a:endParaRPr sz="1100" u="none" strike="noStrike" cap="none"/>
                    </a:p>
                  </a:txBody>
                  <a:tcPr marL="68600" marR="68600" marT="34300" marB="3430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7"/>
                  </a:ext>
                </a:extLst>
              </a:tr>
              <a:tr h="678024">
                <a:tc>
                  <a:txBody>
                    <a:bodyPr/>
                    <a:lstStyle/>
                    <a:p>
                      <a:pPr marL="0" marR="0" lvl="0" indent="0" algn="ctr" rtl="0">
                        <a:lnSpc>
                          <a:spcPct val="100000"/>
                        </a:lnSpc>
                        <a:spcBef>
                          <a:spcPts val="0"/>
                        </a:spcBef>
                        <a:spcAft>
                          <a:spcPts val="0"/>
                        </a:spcAft>
                        <a:buClr>
                          <a:srgbClr val="000000"/>
                        </a:buClr>
                        <a:buSzPts val="1400"/>
                        <a:buFont typeface="Arial"/>
                        <a:buNone/>
                      </a:pPr>
                      <a:r>
                        <a:rPr lang="ja" sz="1400" b="1" u="none" strike="noStrike" cap="none"/>
                        <a:t>コスト</a:t>
                      </a:r>
                      <a:endParaRPr sz="1400" b="1" u="none" strike="noStrike" cap="none"/>
                    </a:p>
                    <a:p>
                      <a:pPr marL="0" marR="0" lvl="0" indent="0" algn="ctr" rtl="0">
                        <a:lnSpc>
                          <a:spcPct val="100000"/>
                        </a:lnSpc>
                        <a:spcBef>
                          <a:spcPts val="0"/>
                        </a:spcBef>
                        <a:spcAft>
                          <a:spcPts val="0"/>
                        </a:spcAft>
                        <a:buClr>
                          <a:srgbClr val="000000"/>
                        </a:buClr>
                        <a:buSzPts val="1400"/>
                        <a:buFont typeface="Arial"/>
                        <a:buNone/>
                      </a:pPr>
                      <a:r>
                        <a:rPr lang="ja" sz="1400" b="1" u="none" strike="noStrike" cap="none"/>
                        <a:t>パフォーマンス</a:t>
                      </a:r>
                      <a:endParaRPr sz="1100" u="none" strike="noStrike" cap="none"/>
                    </a:p>
                  </a:txBody>
                  <a:tcPr marL="68600" marR="68600" marT="34300" marB="34300" anchor="ctr">
                    <a:lnT w="12700" cap="flat" cmpd="sng">
                      <a:solidFill>
                        <a:schemeClr val="lt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400"/>
                        <a:buFont typeface="Arial"/>
                        <a:buNone/>
                      </a:pPr>
                      <a:r>
                        <a:rPr lang="ja" sz="1400" b="1" u="none" strike="noStrike" cap="none"/>
                        <a:t>△</a:t>
                      </a:r>
                      <a:endParaRPr sz="1100" u="none" strike="noStrike" cap="none"/>
                    </a:p>
                  </a:txBody>
                  <a:tcPr marL="68600" marR="68600" marT="34300" marB="34300" anchor="ctr"/>
                </a:tc>
                <a:tc>
                  <a:txBody>
                    <a:bodyPr/>
                    <a:lstStyle/>
                    <a:p>
                      <a:pPr marL="0" marR="0" lvl="0" indent="0" algn="ctr" rtl="0">
                        <a:lnSpc>
                          <a:spcPct val="100000"/>
                        </a:lnSpc>
                        <a:spcBef>
                          <a:spcPts val="0"/>
                        </a:spcBef>
                        <a:spcAft>
                          <a:spcPts val="0"/>
                        </a:spcAft>
                        <a:buClr>
                          <a:srgbClr val="000000"/>
                        </a:buClr>
                        <a:buSzPts val="1400"/>
                        <a:buFont typeface="Arial"/>
                        <a:buNone/>
                      </a:pPr>
                      <a:r>
                        <a:rPr lang="ja" sz="1400" b="1" u="none" strike="noStrike" cap="none"/>
                        <a:t>△</a:t>
                      </a:r>
                      <a:endParaRPr sz="1100" u="none" strike="noStrike" cap="none"/>
                    </a:p>
                  </a:txBody>
                  <a:tcPr marL="68600" marR="68600" marT="34300" marB="3430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400"/>
                        <a:buFont typeface="Arial"/>
                        <a:buNone/>
                        <a:tabLst/>
                        <a:defRPr/>
                      </a:pPr>
                      <a:endParaRPr lang="en-US" altLang="ja" sz="1400" b="1" u="none" strike="noStrike" cap="none"/>
                    </a:p>
                    <a:p>
                      <a:pPr marL="0" marR="0" lvl="0" indent="0" algn="ctr" defTabSz="914400" rtl="0" eaLnBrk="1" fontAlgn="auto" latinLnBrk="0" hangingPunct="1">
                        <a:lnSpc>
                          <a:spcPct val="100000"/>
                        </a:lnSpc>
                        <a:spcBef>
                          <a:spcPts val="0"/>
                        </a:spcBef>
                        <a:spcAft>
                          <a:spcPts val="0"/>
                        </a:spcAft>
                        <a:buClr>
                          <a:schemeClr val="dk1"/>
                        </a:buClr>
                        <a:buSzPts val="1400"/>
                        <a:buFont typeface="Arial"/>
                        <a:buNone/>
                        <a:tabLst/>
                        <a:defRPr/>
                      </a:pPr>
                      <a:r>
                        <a:rPr lang="en-US" altLang="ja-JP" sz="1400" b="1" u="none" strike="noStrike" cap="none"/>
                        <a:t>◎</a:t>
                      </a:r>
                      <a:endParaRPr lang="en-US" altLang="ja" sz="1400" u="none" strike="noStrike" cap="none"/>
                    </a:p>
                    <a:p>
                      <a:pPr marL="0" marR="0" lvl="0" indent="0" algn="ctr" defTabSz="914400" rtl="0" eaLnBrk="1" fontAlgn="auto" latinLnBrk="0" hangingPunct="1">
                        <a:lnSpc>
                          <a:spcPct val="100000"/>
                        </a:lnSpc>
                        <a:spcBef>
                          <a:spcPts val="0"/>
                        </a:spcBef>
                        <a:spcAft>
                          <a:spcPts val="0"/>
                        </a:spcAft>
                        <a:buClr>
                          <a:schemeClr val="dk1"/>
                        </a:buClr>
                        <a:buSzPts val="1400"/>
                        <a:buFont typeface="Arial"/>
                        <a:buNone/>
                        <a:tabLst/>
                        <a:defRPr/>
                      </a:pPr>
                      <a:endParaRPr lang="en-US" altLang="ja" sz="1400" b="1" u="none" strike="noStrike" cap="none"/>
                    </a:p>
                    <a:p>
                      <a:pPr marL="0" lvl="0" indent="0" algn="ctr" rtl="0">
                        <a:spcBef>
                          <a:spcPts val="0"/>
                        </a:spcBef>
                        <a:spcAft>
                          <a:spcPts val="0"/>
                        </a:spcAft>
                        <a:buClr>
                          <a:schemeClr val="dk1"/>
                        </a:buClr>
                        <a:buSzPts val="1400"/>
                        <a:buFont typeface="Arial"/>
                        <a:buNone/>
                      </a:pPr>
                      <a:endParaRPr lang="en-US" sz="1400" b="1" u="none" strike="noStrike" cap="none" dirty="0"/>
                    </a:p>
                  </a:txBody>
                  <a:tcPr marL="68600" marR="68600" marT="34300" marB="34300" anchor="ctr">
                    <a:lnR w="12700" cap="flat" cmpd="sng">
                      <a:solidFill>
                        <a:schemeClr val="lt1"/>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rgbClr val="000000"/>
                        </a:buClr>
                        <a:buSzPts val="1400"/>
                        <a:buFont typeface="Arial"/>
                        <a:buNone/>
                      </a:pPr>
                      <a:r>
                        <a:rPr lang="ja" sz="1400" b="1" u="none" strike="noStrike" cap="none"/>
                        <a:t>◎</a:t>
                      </a:r>
                      <a:endParaRPr sz="1100" u="none" strike="noStrike" cap="none"/>
                    </a:p>
                  </a:txBody>
                  <a:tcPr marL="68600" marR="68600" marT="34300" marB="3430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2"/>
          <p:cNvSpPr/>
          <p:nvPr/>
        </p:nvSpPr>
        <p:spPr>
          <a:xfrm>
            <a:off x="747764" y="2785470"/>
            <a:ext cx="783000" cy="2158500"/>
          </a:xfrm>
          <a:prstGeom prst="wedgeRoundRectCallout">
            <a:avLst>
              <a:gd name="adj1" fmla="val 65654"/>
              <a:gd name="adj2" fmla="val -21681"/>
              <a:gd name="adj3" fmla="val 16667"/>
            </a:avLst>
          </a:prstGeom>
          <a:solidFill>
            <a:srgbClr val="DDEAF6"/>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27" name="Google Shape;227;p32"/>
          <p:cNvSpPr txBox="1"/>
          <p:nvPr/>
        </p:nvSpPr>
        <p:spPr>
          <a:xfrm rot="5400000">
            <a:off x="139447" y="3461454"/>
            <a:ext cx="2082000" cy="7065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Calibri"/>
              <a:ea typeface="Calibri"/>
              <a:cs typeface="Calibri"/>
              <a:sym typeface="Calibri"/>
            </a:endParaRPr>
          </a:p>
        </p:txBody>
      </p:sp>
      <p:sp>
        <p:nvSpPr>
          <p:cNvPr id="228" name="Google Shape;228;p32"/>
          <p:cNvSpPr/>
          <p:nvPr/>
        </p:nvSpPr>
        <p:spPr>
          <a:xfrm>
            <a:off x="1853528" y="2573977"/>
            <a:ext cx="832500" cy="2158500"/>
          </a:xfrm>
          <a:prstGeom prst="wedgeRoundRectCallout">
            <a:avLst>
              <a:gd name="adj1" fmla="val 65654"/>
              <a:gd name="adj2" fmla="val -21681"/>
              <a:gd name="adj3" fmla="val 16667"/>
            </a:avLst>
          </a:prstGeom>
          <a:solidFill>
            <a:srgbClr val="DDEAF6"/>
          </a:solidFill>
          <a:ln>
            <a:noFill/>
          </a:ln>
        </p:spPr>
        <p:txBody>
          <a:bodyPr spcFirstLastPara="1" vert="wordArtVertRtl" wrap="square" lIns="68575" tIns="68575" rIns="68575" bIns="68575" anchor="b"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dirty="0">
              <a:solidFill>
                <a:srgbClr val="000000"/>
              </a:solidFill>
              <a:latin typeface="Arial"/>
              <a:ea typeface="Arial"/>
              <a:cs typeface="Arial"/>
              <a:sym typeface="Arial"/>
            </a:endParaRPr>
          </a:p>
        </p:txBody>
      </p:sp>
      <p:sp>
        <p:nvSpPr>
          <p:cNvPr id="229" name="Google Shape;229;p32"/>
          <p:cNvSpPr/>
          <p:nvPr/>
        </p:nvSpPr>
        <p:spPr>
          <a:xfrm>
            <a:off x="4189004" y="2082927"/>
            <a:ext cx="836100" cy="2147700"/>
          </a:xfrm>
          <a:prstGeom prst="wedgeRoundRectCallout">
            <a:avLst>
              <a:gd name="adj1" fmla="val 65654"/>
              <a:gd name="adj2" fmla="val -21681"/>
              <a:gd name="adj3" fmla="val 16667"/>
            </a:avLst>
          </a:prstGeom>
          <a:solidFill>
            <a:srgbClr val="FFF2CC"/>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30" name="Google Shape;230;p32"/>
          <p:cNvSpPr txBox="1"/>
          <p:nvPr/>
        </p:nvSpPr>
        <p:spPr>
          <a:xfrm rot="5400000">
            <a:off x="-865213" y="3341000"/>
            <a:ext cx="2280900" cy="849300"/>
          </a:xfrm>
          <a:prstGeom prst="rect">
            <a:avLst/>
          </a:prstGeom>
          <a:noFill/>
          <a:ln>
            <a:noFill/>
          </a:ln>
          <a:effectLst>
            <a:outerShdw blurRad="57150" dist="19050" dir="5400000" algn="bl" rotWithShape="0">
              <a:srgbClr val="000000">
                <a:alpha val="50000"/>
              </a:srgbClr>
            </a:outerShdw>
            <a:reflection dist="38100" dir="5400000" fadeDir="5400012" sy="-100000" algn="bl" rotWithShape="0"/>
          </a:effectLst>
        </p:spPr>
        <p:txBody>
          <a:bodyPr spcFirstLastPara="1" vert="wordArtVertRtl" wrap="square" lIns="67500" tIns="34275" rIns="68575" bIns="34275" anchor="ctr" anchorCtr="0">
            <a:noAutofit/>
          </a:bodyPr>
          <a:lstStyle/>
          <a:p>
            <a:pPr marL="0" lvl="0" indent="0" algn="l" rtl="0">
              <a:spcBef>
                <a:spcPts val="0"/>
              </a:spcBef>
              <a:spcAft>
                <a:spcPts val="0"/>
              </a:spcAft>
              <a:buClr>
                <a:srgbClr val="000000"/>
              </a:buClr>
              <a:buSzPts val="1400"/>
              <a:buFont typeface="Arial"/>
              <a:buNone/>
            </a:pPr>
            <a:endParaRPr b="1" dirty="0">
              <a:solidFill>
                <a:srgbClr val="3F3F3F"/>
              </a:solidFill>
              <a:latin typeface="Calibri"/>
              <a:ea typeface="Calibri"/>
              <a:cs typeface="Calibri"/>
              <a:sym typeface="Calibri"/>
            </a:endParaRPr>
          </a:p>
          <a:p>
            <a:pPr marL="0" marR="0" lvl="0" indent="0" algn="l" rtl="0">
              <a:lnSpc>
                <a:spcPct val="120000"/>
              </a:lnSpc>
              <a:spcBef>
                <a:spcPts val="0"/>
              </a:spcBef>
              <a:spcAft>
                <a:spcPts val="0"/>
              </a:spcAft>
              <a:buClr>
                <a:srgbClr val="000000"/>
              </a:buClr>
              <a:buSzPts val="1400"/>
              <a:buFont typeface="Arial"/>
              <a:buNone/>
            </a:pPr>
            <a:endParaRPr b="1" dirty="0">
              <a:solidFill>
                <a:srgbClr val="3F3F3F"/>
              </a:solidFill>
              <a:latin typeface="Calibri"/>
              <a:ea typeface="Calibri"/>
              <a:cs typeface="Calibri"/>
              <a:sym typeface="Calibri"/>
            </a:endParaRPr>
          </a:p>
        </p:txBody>
      </p:sp>
      <p:sp>
        <p:nvSpPr>
          <p:cNvPr id="231" name="Google Shape;231;p32"/>
          <p:cNvSpPr txBox="1"/>
          <p:nvPr/>
        </p:nvSpPr>
        <p:spPr>
          <a:xfrm>
            <a:off x="796824" y="402737"/>
            <a:ext cx="6033041" cy="1038716"/>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ja-JP" altLang="en-US" sz="2100" b="1" i="0" u="none" strike="noStrike" cap="none" dirty="0">
                <a:solidFill>
                  <a:srgbClr val="3F3F3F"/>
                </a:solidFill>
                <a:latin typeface="Calibri"/>
                <a:ea typeface="Calibri"/>
                <a:cs typeface="Calibri"/>
                <a:sym typeface="Calibri"/>
              </a:rPr>
              <a:t>まっちゃん</a:t>
            </a:r>
            <a:r>
              <a:rPr lang="ja" sz="2100" b="1" i="0" u="none" strike="noStrike" cap="none" dirty="0">
                <a:solidFill>
                  <a:srgbClr val="3F3F3F"/>
                </a:solidFill>
                <a:latin typeface="Calibri"/>
                <a:ea typeface="Calibri"/>
                <a:cs typeface="Calibri"/>
                <a:sym typeface="Calibri"/>
              </a:rPr>
              <a:t>が輝く人生を手にいれるまでのサクセス７ステップ</a:t>
            </a:r>
            <a:r>
              <a:rPr lang="ja-JP" altLang="en-US" sz="2100" b="1" i="0" u="none" strike="noStrike" cap="none" dirty="0">
                <a:solidFill>
                  <a:srgbClr val="3F3F3F"/>
                </a:solidFill>
                <a:latin typeface="Calibri"/>
                <a:ea typeface="Calibri"/>
                <a:cs typeface="Calibri"/>
                <a:sym typeface="Calibri"/>
              </a:rPr>
              <a:t>　</a:t>
            </a:r>
            <a:r>
              <a:rPr lang="ja-JP" altLang="en-US" sz="2100" b="1" dirty="0">
                <a:solidFill>
                  <a:srgbClr val="3F3F3F"/>
                </a:solidFill>
                <a:latin typeface="Calibri"/>
                <a:ea typeface="Calibri"/>
                <a:cs typeface="Calibri"/>
                <a:sym typeface="Calibri"/>
              </a:rPr>
              <a:t>生活に落とし込み</a:t>
            </a:r>
            <a:r>
              <a:rPr lang="ja-JP" altLang="en-US" sz="2100" b="1" i="0" u="none" strike="noStrike" cap="none" dirty="0">
                <a:solidFill>
                  <a:srgbClr val="3F3F3F"/>
                </a:solidFill>
                <a:latin typeface="Calibri"/>
                <a:ea typeface="Calibri"/>
                <a:cs typeface="Calibri"/>
                <a:sym typeface="Calibri"/>
              </a:rPr>
              <a:t>連動し活かす。</a:t>
            </a:r>
            <a:endParaRPr sz="2100" b="1" i="0" u="none" strike="noStrike" cap="none" dirty="0">
              <a:solidFill>
                <a:srgbClr val="3F3F3F"/>
              </a:solidFill>
              <a:latin typeface="Calibri"/>
              <a:ea typeface="Calibri"/>
              <a:cs typeface="Calibri"/>
              <a:sym typeface="Calibri"/>
            </a:endParaRPr>
          </a:p>
        </p:txBody>
      </p:sp>
      <p:sp>
        <p:nvSpPr>
          <p:cNvPr id="232" name="Google Shape;232;p32"/>
          <p:cNvSpPr/>
          <p:nvPr/>
        </p:nvSpPr>
        <p:spPr>
          <a:xfrm>
            <a:off x="3058580" y="2310646"/>
            <a:ext cx="834900" cy="2158500"/>
          </a:xfrm>
          <a:prstGeom prst="wedgeRoundRectCallout">
            <a:avLst>
              <a:gd name="adj1" fmla="val 65654"/>
              <a:gd name="adj2" fmla="val -21681"/>
              <a:gd name="adj3" fmla="val 16667"/>
            </a:avLst>
          </a:prstGeom>
          <a:solidFill>
            <a:srgbClr val="FFF2CC"/>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dirty="0">
              <a:solidFill>
                <a:srgbClr val="000000"/>
              </a:solidFill>
              <a:latin typeface="Arial"/>
              <a:ea typeface="Arial"/>
              <a:cs typeface="Arial"/>
              <a:sym typeface="Arial"/>
            </a:endParaRPr>
          </a:p>
        </p:txBody>
      </p:sp>
      <p:sp>
        <p:nvSpPr>
          <p:cNvPr id="233" name="Google Shape;233;p32"/>
          <p:cNvSpPr/>
          <p:nvPr/>
        </p:nvSpPr>
        <p:spPr>
          <a:xfrm>
            <a:off x="5373089" y="1936415"/>
            <a:ext cx="816900" cy="2158500"/>
          </a:xfrm>
          <a:prstGeom prst="wedgeRoundRectCallout">
            <a:avLst>
              <a:gd name="adj1" fmla="val 65654"/>
              <a:gd name="adj2" fmla="val -21681"/>
              <a:gd name="adj3" fmla="val 16667"/>
            </a:avLst>
          </a:prstGeom>
          <a:solidFill>
            <a:srgbClr val="FFF2CC"/>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34" name="Google Shape;234;p32"/>
          <p:cNvSpPr/>
          <p:nvPr/>
        </p:nvSpPr>
        <p:spPr>
          <a:xfrm>
            <a:off x="7593276" y="1760702"/>
            <a:ext cx="909072" cy="2026005"/>
          </a:xfrm>
          <a:prstGeom prst="wedgeRoundRectCallout">
            <a:avLst>
              <a:gd name="adj1" fmla="val 69338"/>
              <a:gd name="adj2" fmla="val -20766"/>
              <a:gd name="adj3" fmla="val 16667"/>
            </a:avLst>
          </a:prstGeom>
          <a:solidFill>
            <a:srgbClr val="F7CAAC"/>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35" name="Google Shape;235;p32"/>
          <p:cNvSpPr/>
          <p:nvPr/>
        </p:nvSpPr>
        <p:spPr>
          <a:xfrm>
            <a:off x="6428350" y="1843771"/>
            <a:ext cx="838500" cy="2147700"/>
          </a:xfrm>
          <a:prstGeom prst="wedgeRoundRectCallout">
            <a:avLst>
              <a:gd name="adj1" fmla="val 77338"/>
              <a:gd name="adj2" fmla="val -21681"/>
              <a:gd name="adj3" fmla="val 16667"/>
            </a:avLst>
          </a:prstGeom>
          <a:solidFill>
            <a:srgbClr val="F7CAAC"/>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36" name="Google Shape;236;p32"/>
          <p:cNvSpPr/>
          <p:nvPr/>
        </p:nvSpPr>
        <p:spPr>
          <a:xfrm>
            <a:off x="3137962" y="1151939"/>
            <a:ext cx="2901600" cy="681900"/>
          </a:xfrm>
          <a:prstGeom prst="ellipse">
            <a:avLst/>
          </a:prstGeom>
          <a:solidFill>
            <a:srgbClr val="FEE59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a:solidFill>
                  <a:srgbClr val="3F3F3F"/>
                </a:solidFill>
                <a:latin typeface="Calibri"/>
                <a:ea typeface="Calibri"/>
                <a:cs typeface="Calibri"/>
                <a:sym typeface="Calibri"/>
              </a:rPr>
              <a:t>天給自足</a:t>
            </a:r>
            <a:endParaRPr sz="1500" b="1" i="0" u="none" strike="noStrike" cap="none">
              <a:solidFill>
                <a:srgbClr val="3F3F3F"/>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500"/>
              <a:buFont typeface="Arial"/>
              <a:buNone/>
            </a:pPr>
            <a:r>
              <a:rPr lang="ja" sz="1500" b="1">
                <a:solidFill>
                  <a:srgbClr val="3F3F3F"/>
                </a:solidFill>
                <a:latin typeface="Calibri"/>
                <a:ea typeface="Calibri"/>
                <a:cs typeface="Calibri"/>
                <a:sym typeface="Calibri"/>
              </a:rPr>
              <a:t>実践実行</a:t>
            </a:r>
            <a:endParaRPr sz="1500" b="1" i="0" u="none" strike="noStrike" cap="none">
              <a:solidFill>
                <a:srgbClr val="3F3F3F"/>
              </a:solidFill>
              <a:latin typeface="Calibri"/>
              <a:ea typeface="Calibri"/>
              <a:cs typeface="Calibri"/>
              <a:sym typeface="Calibri"/>
            </a:endParaRPr>
          </a:p>
        </p:txBody>
      </p:sp>
      <p:sp>
        <p:nvSpPr>
          <p:cNvPr id="237" name="Google Shape;237;p32"/>
          <p:cNvSpPr/>
          <p:nvPr/>
        </p:nvSpPr>
        <p:spPr>
          <a:xfrm>
            <a:off x="6609841" y="750653"/>
            <a:ext cx="2073000" cy="787275"/>
          </a:xfrm>
          <a:prstGeom prst="ellipse">
            <a:avLst/>
          </a:prstGeom>
          <a:solidFill>
            <a:srgbClr val="F7CAAC"/>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a:solidFill>
                  <a:srgbClr val="3F3F3F"/>
                </a:solidFill>
                <a:latin typeface="Calibri"/>
                <a:ea typeface="Calibri"/>
                <a:cs typeface="Calibri"/>
                <a:sym typeface="Calibri"/>
              </a:rPr>
              <a:t>あなたらしく</a:t>
            </a:r>
            <a:endParaRPr sz="1500" b="1" i="0" u="none" strike="noStrike" cap="none">
              <a:solidFill>
                <a:srgbClr val="3F3F3F"/>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500"/>
              <a:buFont typeface="Arial"/>
              <a:buNone/>
            </a:pPr>
            <a:r>
              <a:rPr lang="ja" sz="1500" b="1" i="0" u="none" strike="noStrike" cap="none">
                <a:solidFill>
                  <a:srgbClr val="3F3F3F"/>
                </a:solidFill>
                <a:latin typeface="Calibri"/>
                <a:ea typeface="Calibri"/>
                <a:cs typeface="Calibri"/>
                <a:sym typeface="Calibri"/>
              </a:rPr>
              <a:t>輝く人生</a:t>
            </a:r>
            <a:endParaRPr sz="1100" b="0" i="0" u="none" strike="noStrike" cap="none">
              <a:solidFill>
                <a:srgbClr val="000000"/>
              </a:solidFill>
              <a:latin typeface="Arial"/>
              <a:ea typeface="Arial"/>
              <a:cs typeface="Arial"/>
              <a:sym typeface="Arial"/>
            </a:endParaRPr>
          </a:p>
        </p:txBody>
      </p:sp>
      <p:sp>
        <p:nvSpPr>
          <p:cNvPr id="238" name="Google Shape;238;p32"/>
          <p:cNvSpPr/>
          <p:nvPr/>
        </p:nvSpPr>
        <p:spPr>
          <a:xfrm>
            <a:off x="778050" y="1741977"/>
            <a:ext cx="1908000" cy="681900"/>
          </a:xfrm>
          <a:prstGeom prst="ellipse">
            <a:avLst/>
          </a:prstGeom>
          <a:solidFill>
            <a:srgbClr val="BBD6EE"/>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a:solidFill>
                  <a:srgbClr val="3F3F3F"/>
                </a:solidFill>
                <a:latin typeface="Calibri"/>
                <a:ea typeface="Calibri"/>
                <a:cs typeface="Calibri"/>
                <a:sym typeface="Calibri"/>
              </a:rPr>
              <a:t>マインド作り</a:t>
            </a:r>
            <a:endParaRPr sz="1500" b="1" i="0" u="none" strike="noStrike" cap="none">
              <a:solidFill>
                <a:srgbClr val="3F3F3F"/>
              </a:solidFill>
              <a:latin typeface="Calibri"/>
              <a:ea typeface="Calibri"/>
              <a:cs typeface="Calibri"/>
              <a:sym typeface="Calibri"/>
            </a:endParaRPr>
          </a:p>
        </p:txBody>
      </p:sp>
      <p:sp>
        <p:nvSpPr>
          <p:cNvPr id="239" name="Google Shape;239;p32"/>
          <p:cNvSpPr txBox="1"/>
          <p:nvPr/>
        </p:nvSpPr>
        <p:spPr>
          <a:xfrm rot="5400000">
            <a:off x="1895348" y="5386203"/>
            <a:ext cx="2064015" cy="638368"/>
          </a:xfrm>
          <a:prstGeom prst="rect">
            <a:avLst/>
          </a:prstGeom>
          <a:noFill/>
          <a:ln>
            <a:noFill/>
          </a:ln>
        </p:spPr>
        <p:txBody>
          <a:bodyPr spcFirstLastPara="1" vert="horz" wrap="square" lIns="67500" tIns="34275" rIns="68575" bIns="34275" anchor="ctr" anchorCtr="0">
            <a:noAutofit/>
          </a:bodyPr>
          <a:lstStyle/>
          <a:p>
            <a:pPr marL="0" marR="0" lvl="0" indent="0" algn="l" rtl="0">
              <a:lnSpc>
                <a:spcPct val="120000"/>
              </a:lnSpc>
              <a:spcBef>
                <a:spcPts val="0"/>
              </a:spcBef>
              <a:spcAft>
                <a:spcPts val="0"/>
              </a:spcAft>
              <a:buClr>
                <a:srgbClr val="000000"/>
              </a:buClr>
              <a:buSzPts val="1400"/>
              <a:buFont typeface="Arial"/>
              <a:buNone/>
            </a:pPr>
            <a:endParaRPr sz="1400" i="0" u="none" strike="noStrike" cap="none" dirty="0">
              <a:solidFill>
                <a:srgbClr val="3F3F3F"/>
              </a:solidFill>
              <a:latin typeface="Calibri"/>
              <a:ea typeface="Calibri"/>
              <a:cs typeface="Calibri"/>
              <a:sym typeface="Calibri"/>
            </a:endParaRPr>
          </a:p>
        </p:txBody>
      </p:sp>
      <p:sp>
        <p:nvSpPr>
          <p:cNvPr id="240" name="Google Shape;240;p32"/>
          <p:cNvSpPr txBox="1"/>
          <p:nvPr/>
        </p:nvSpPr>
        <p:spPr>
          <a:xfrm rot="5400000">
            <a:off x="4759312" y="2757833"/>
            <a:ext cx="2130900" cy="669900"/>
          </a:xfrm>
          <a:prstGeom prst="rect">
            <a:avLst/>
          </a:prstGeom>
          <a:noFill/>
          <a:ln>
            <a:noFill/>
          </a:ln>
        </p:spPr>
        <p:txBody>
          <a:bodyPr spcFirstLastPara="1" wrap="square" lIns="67500"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dirty="0"/>
          </a:p>
          <a:p>
            <a:pPr marL="0" marR="0" lvl="0" indent="0" algn="l" rtl="0">
              <a:lnSpc>
                <a:spcPct val="100000"/>
              </a:lnSpc>
              <a:spcBef>
                <a:spcPts val="0"/>
              </a:spcBef>
              <a:spcAft>
                <a:spcPts val="0"/>
              </a:spcAft>
              <a:buClr>
                <a:srgbClr val="000000"/>
              </a:buClr>
              <a:buSzPts val="1400"/>
              <a:buFont typeface="Arial"/>
              <a:buNone/>
            </a:pPr>
            <a:r>
              <a:rPr lang="ja" sz="1400" b="1" i="0" u="none" strike="noStrike" cap="none" dirty="0">
                <a:solidFill>
                  <a:srgbClr val="3F3F3F"/>
                </a:solidFill>
                <a:latin typeface="Calibri"/>
                <a:ea typeface="Calibri"/>
                <a:cs typeface="Calibri"/>
                <a:sym typeface="Calibri"/>
              </a:rPr>
              <a:t>　</a:t>
            </a:r>
            <a:endParaRPr sz="1400" b="1" i="0" u="none" strike="noStrike" cap="none" dirty="0">
              <a:solidFill>
                <a:srgbClr val="3F3F3F"/>
              </a:solidFill>
              <a:latin typeface="Calibri"/>
              <a:ea typeface="Calibri"/>
              <a:cs typeface="Calibri"/>
              <a:sym typeface="Calibri"/>
            </a:endParaRPr>
          </a:p>
        </p:txBody>
      </p:sp>
      <p:sp>
        <p:nvSpPr>
          <p:cNvPr id="241" name="Google Shape;241;p32"/>
          <p:cNvSpPr txBox="1"/>
          <p:nvPr/>
        </p:nvSpPr>
        <p:spPr>
          <a:xfrm rot="5400000">
            <a:off x="3477324" y="3076617"/>
            <a:ext cx="2238300" cy="669900"/>
          </a:xfrm>
          <a:prstGeom prst="rect">
            <a:avLst/>
          </a:prstGeom>
          <a:noFill/>
          <a:ln>
            <a:noFill/>
          </a:ln>
        </p:spPr>
        <p:txBody>
          <a:bodyPr spcFirstLastPara="1" vert="horz" wrap="square" lIns="67500"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dirty="0">
              <a:solidFill>
                <a:srgbClr val="3F3F3F"/>
              </a:solidFill>
              <a:latin typeface="Calibri"/>
              <a:ea typeface="Calibri"/>
              <a:cs typeface="Calibri"/>
              <a:sym typeface="Calibri"/>
            </a:endParaRPr>
          </a:p>
        </p:txBody>
      </p:sp>
      <p:sp>
        <p:nvSpPr>
          <p:cNvPr id="242" name="Google Shape;242;p32"/>
          <p:cNvSpPr txBox="1"/>
          <p:nvPr/>
        </p:nvSpPr>
        <p:spPr>
          <a:xfrm rot="5400000">
            <a:off x="2270195" y="3069179"/>
            <a:ext cx="2238300" cy="669900"/>
          </a:xfrm>
          <a:prstGeom prst="rect">
            <a:avLst/>
          </a:prstGeom>
          <a:noFill/>
          <a:ln>
            <a:noFill/>
          </a:ln>
        </p:spPr>
        <p:txBody>
          <a:bodyPr spcFirstLastPara="1" wrap="square" lIns="67500"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43" name="Google Shape;243;p32"/>
          <p:cNvSpPr txBox="1"/>
          <p:nvPr/>
        </p:nvSpPr>
        <p:spPr>
          <a:xfrm rot="5400000">
            <a:off x="5945363" y="2642384"/>
            <a:ext cx="2130900" cy="669900"/>
          </a:xfrm>
          <a:prstGeom prst="rect">
            <a:avLst/>
          </a:prstGeom>
          <a:noFill/>
          <a:ln>
            <a:noFill/>
          </a:ln>
        </p:spPr>
        <p:txBody>
          <a:bodyPr spcFirstLastPara="1" wrap="square" lIns="67500" tIns="34275" rIns="68575" bIns="34275" anchor="t" anchorCtr="0">
            <a:noAutofit/>
          </a:bodyPr>
          <a:lstStyle/>
          <a:p>
            <a:pPr marL="0" marR="0" lvl="0" indent="0" algn="l" rtl="0">
              <a:lnSpc>
                <a:spcPct val="117777"/>
              </a:lnSpc>
              <a:spcBef>
                <a:spcPts val="0"/>
              </a:spcBef>
              <a:spcAft>
                <a:spcPts val="0"/>
              </a:spcAft>
              <a:buClr>
                <a:srgbClr val="000000"/>
              </a:buClr>
              <a:buSzPts val="1400"/>
              <a:buFont typeface="Arial"/>
              <a:buNone/>
            </a:pPr>
            <a:endParaRPr sz="1400" b="1" i="0" u="none" strike="noStrike" cap="none" dirty="0">
              <a:solidFill>
                <a:srgbClr val="3F3F3F"/>
              </a:solidFill>
              <a:latin typeface="Calibri"/>
              <a:ea typeface="Calibri"/>
              <a:cs typeface="Calibri"/>
              <a:sym typeface="Calibri"/>
            </a:endParaRPr>
          </a:p>
        </p:txBody>
      </p:sp>
      <p:sp>
        <p:nvSpPr>
          <p:cNvPr id="244" name="Google Shape;244;p32"/>
          <p:cNvSpPr txBox="1"/>
          <p:nvPr/>
        </p:nvSpPr>
        <p:spPr>
          <a:xfrm rot="5400000">
            <a:off x="7031062" y="2628970"/>
            <a:ext cx="2104072" cy="669900"/>
          </a:xfrm>
          <a:prstGeom prst="rect">
            <a:avLst/>
          </a:prstGeom>
          <a:noFill/>
          <a:ln>
            <a:noFill/>
          </a:ln>
        </p:spPr>
        <p:txBody>
          <a:bodyPr spcFirstLastPara="1" wrap="square" lIns="67500" tIns="34275" rIns="68575" bIns="34275" anchor="t" anchorCtr="0">
            <a:noAutofit/>
          </a:bodyPr>
          <a:lstStyle/>
          <a:p>
            <a:pPr marL="0" marR="0" lvl="0" indent="0" algn="l" rtl="0">
              <a:lnSpc>
                <a:spcPct val="120000"/>
              </a:lnSpc>
              <a:spcBef>
                <a:spcPts val="0"/>
              </a:spcBef>
              <a:spcAft>
                <a:spcPts val="0"/>
              </a:spcAft>
              <a:buClr>
                <a:srgbClr val="000000"/>
              </a:buClr>
              <a:buSzPts val="1400"/>
              <a:buFont typeface="Arial"/>
              <a:buNone/>
            </a:pPr>
            <a:endParaRPr lang="ja" altLang="en-US" b="1" dirty="0">
              <a:solidFill>
                <a:srgbClr val="3F3F3F"/>
              </a:solidFill>
              <a:latin typeface="Calibri"/>
              <a:ea typeface="Calibri"/>
              <a:cs typeface="Calibri"/>
              <a:sym typeface="Calibri"/>
            </a:endParaRPr>
          </a:p>
        </p:txBody>
      </p:sp>
      <p:sp>
        <p:nvSpPr>
          <p:cNvPr id="245" name="Google Shape;245;p32"/>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246" name="Google Shape;246;p32"/>
          <p:cNvSpPr txBox="1"/>
          <p:nvPr/>
        </p:nvSpPr>
        <p:spPr>
          <a:xfrm>
            <a:off x="32775" y="-702875"/>
            <a:ext cx="5901600" cy="4617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endParaRPr sz="1800">
              <a:solidFill>
                <a:schemeClr val="dk2"/>
              </a:solidFill>
            </a:endParaRPr>
          </a:p>
        </p:txBody>
      </p:sp>
      <p:sp>
        <p:nvSpPr>
          <p:cNvPr id="248" name="Google Shape;248;p32"/>
          <p:cNvSpPr txBox="1"/>
          <p:nvPr/>
        </p:nvSpPr>
        <p:spPr>
          <a:xfrm>
            <a:off x="-1432400" y="-323775"/>
            <a:ext cx="5901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sp>
        <p:nvSpPr>
          <p:cNvPr id="251" name="Google Shape;251;p32"/>
          <p:cNvSpPr txBox="1"/>
          <p:nvPr/>
        </p:nvSpPr>
        <p:spPr>
          <a:xfrm>
            <a:off x="1383200" y="3765650"/>
            <a:ext cx="87300" cy="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4" name="テキスト ボックス 3">
            <a:extLst>
              <a:ext uri="{FF2B5EF4-FFF2-40B4-BE49-F238E27FC236}">
                <a16:creationId xmlns:a16="http://schemas.microsoft.com/office/drawing/2014/main" id="{907902E8-9EB2-FB6D-D5D7-3EB534A1BA26}"/>
              </a:ext>
            </a:extLst>
          </p:cNvPr>
          <p:cNvSpPr txBox="1"/>
          <p:nvPr/>
        </p:nvSpPr>
        <p:spPr>
          <a:xfrm>
            <a:off x="3046133" y="2360029"/>
            <a:ext cx="830997" cy="2238300"/>
          </a:xfrm>
          <a:prstGeom prst="rect">
            <a:avLst/>
          </a:prstGeom>
          <a:noFill/>
        </p:spPr>
        <p:txBody>
          <a:bodyPr vert="eaVert" wrap="square" rtlCol="0" anchor="t">
            <a:spAutoFit/>
          </a:bodyPr>
          <a:lstStyle/>
          <a:p>
            <a:r>
              <a:rPr kumimoji="1" lang="ja-JP" altLang="en-US" dirty="0"/>
              <a:t>発酵食品作りで楽しく、</a:t>
            </a:r>
            <a:endParaRPr kumimoji="1" lang="en-US" altLang="ja-JP" dirty="0"/>
          </a:p>
          <a:p>
            <a:r>
              <a:rPr kumimoji="1" lang="ja-JP" altLang="en-US" dirty="0"/>
              <a:t>美容と健康、備蓄を実現</a:t>
            </a:r>
            <a:endParaRPr kumimoji="1" lang="en-US" altLang="ja-JP" dirty="0"/>
          </a:p>
          <a:p>
            <a:r>
              <a:rPr kumimoji="1" lang="ja-JP" altLang="en-US" dirty="0"/>
              <a:t>し講座で教える。</a:t>
            </a:r>
          </a:p>
        </p:txBody>
      </p:sp>
      <p:sp>
        <p:nvSpPr>
          <p:cNvPr id="7" name="テキスト ボックス 6">
            <a:extLst>
              <a:ext uri="{FF2B5EF4-FFF2-40B4-BE49-F238E27FC236}">
                <a16:creationId xmlns:a16="http://schemas.microsoft.com/office/drawing/2014/main" id="{33AA2FE8-D7A7-FF85-5036-C0E2F3E4BC48}"/>
              </a:ext>
            </a:extLst>
          </p:cNvPr>
          <p:cNvSpPr txBox="1"/>
          <p:nvPr/>
        </p:nvSpPr>
        <p:spPr>
          <a:xfrm>
            <a:off x="1659383" y="2596031"/>
            <a:ext cx="1046440" cy="2161604"/>
          </a:xfrm>
          <a:prstGeom prst="rect">
            <a:avLst/>
          </a:prstGeom>
          <a:noFill/>
        </p:spPr>
        <p:txBody>
          <a:bodyPr vert="eaVert" wrap="square" rtlCol="0">
            <a:spAutoFit/>
          </a:bodyPr>
          <a:lstStyle/>
          <a:p>
            <a:r>
              <a:rPr kumimoji="1" lang="ja-JP" altLang="en-US" dirty="0"/>
              <a:t>食創り（調理、パン、菓子）から天給自足の一歩を踏み出す楽しいマインドで。</a:t>
            </a:r>
          </a:p>
        </p:txBody>
      </p:sp>
      <p:sp>
        <p:nvSpPr>
          <p:cNvPr id="9" name="テキスト ボックス 8">
            <a:extLst>
              <a:ext uri="{FF2B5EF4-FFF2-40B4-BE49-F238E27FC236}">
                <a16:creationId xmlns:a16="http://schemas.microsoft.com/office/drawing/2014/main" id="{66AA96F7-DF9E-EB8F-E09C-8BFDA7BDA6FF}"/>
              </a:ext>
            </a:extLst>
          </p:cNvPr>
          <p:cNvSpPr txBox="1"/>
          <p:nvPr/>
        </p:nvSpPr>
        <p:spPr>
          <a:xfrm>
            <a:off x="4208777" y="2113109"/>
            <a:ext cx="830997" cy="2147700"/>
          </a:xfrm>
          <a:prstGeom prst="rect">
            <a:avLst/>
          </a:prstGeom>
          <a:noFill/>
        </p:spPr>
        <p:txBody>
          <a:bodyPr vert="eaVert" wrap="square" rtlCol="0">
            <a:spAutoFit/>
          </a:bodyPr>
          <a:lstStyle/>
          <a:p>
            <a:r>
              <a:rPr kumimoji="1" lang="ja-JP" altLang="en-US" dirty="0"/>
              <a:t>自然の恵みを見極め活用し、山菜、きのこ、野草を楽しむライフスタイル</a:t>
            </a:r>
          </a:p>
        </p:txBody>
      </p:sp>
      <p:sp>
        <p:nvSpPr>
          <p:cNvPr id="12" name="テキスト ボックス 11">
            <a:extLst>
              <a:ext uri="{FF2B5EF4-FFF2-40B4-BE49-F238E27FC236}">
                <a16:creationId xmlns:a16="http://schemas.microsoft.com/office/drawing/2014/main" id="{1A0CD0F2-AEF2-4B61-30E8-61AB808D590C}"/>
              </a:ext>
            </a:extLst>
          </p:cNvPr>
          <p:cNvSpPr txBox="1"/>
          <p:nvPr/>
        </p:nvSpPr>
        <p:spPr>
          <a:xfrm>
            <a:off x="5387759" y="1978874"/>
            <a:ext cx="830997" cy="2147700"/>
          </a:xfrm>
          <a:prstGeom prst="rect">
            <a:avLst/>
          </a:prstGeom>
          <a:noFill/>
        </p:spPr>
        <p:txBody>
          <a:bodyPr vert="eaVert" wrap="square" rtlCol="0">
            <a:spAutoFit/>
          </a:bodyPr>
          <a:lstStyle/>
          <a:p>
            <a:r>
              <a:rPr kumimoji="1" lang="ja-JP" altLang="en-US" dirty="0"/>
              <a:t>陸稲で米、自然農で野菜菊芋を育て食を備蓄しポタジェと共に安心を創る</a:t>
            </a:r>
            <a:endParaRPr kumimoji="1" lang="en-US" altLang="ja-JP" dirty="0"/>
          </a:p>
        </p:txBody>
      </p:sp>
      <p:sp>
        <p:nvSpPr>
          <p:cNvPr id="13" name="テキスト ボックス 12">
            <a:extLst>
              <a:ext uri="{FF2B5EF4-FFF2-40B4-BE49-F238E27FC236}">
                <a16:creationId xmlns:a16="http://schemas.microsoft.com/office/drawing/2014/main" id="{A2BF709C-7E8E-ECF9-3013-DF354D2988F2}"/>
              </a:ext>
            </a:extLst>
          </p:cNvPr>
          <p:cNvSpPr txBox="1"/>
          <p:nvPr/>
        </p:nvSpPr>
        <p:spPr>
          <a:xfrm>
            <a:off x="6421119" y="1870344"/>
            <a:ext cx="830997" cy="2426970"/>
          </a:xfrm>
          <a:prstGeom prst="rect">
            <a:avLst/>
          </a:prstGeom>
          <a:noFill/>
        </p:spPr>
        <p:txBody>
          <a:bodyPr vert="eaVert" wrap="square" rtlCol="0">
            <a:spAutoFit/>
          </a:bodyPr>
          <a:lstStyle/>
          <a:p>
            <a:r>
              <a:rPr kumimoji="1" lang="ja-JP" altLang="en-US" dirty="0"/>
              <a:t>食の安心安全を確保し、</a:t>
            </a:r>
            <a:endParaRPr kumimoji="1" lang="en-US" altLang="ja-JP" dirty="0"/>
          </a:p>
          <a:p>
            <a:r>
              <a:rPr kumimoji="1" lang="ja-JP" altLang="en-US" dirty="0"/>
              <a:t>醗酵食中心の日本食文化</a:t>
            </a:r>
            <a:endParaRPr kumimoji="1" lang="en-US" altLang="ja-JP" dirty="0"/>
          </a:p>
          <a:p>
            <a:r>
              <a:rPr kumimoji="1" lang="ja-JP" altLang="en-US" dirty="0"/>
              <a:t>伝承、伝承文化復活</a:t>
            </a:r>
          </a:p>
        </p:txBody>
      </p:sp>
      <p:sp>
        <p:nvSpPr>
          <p:cNvPr id="19" name="テキスト ボックス 18">
            <a:extLst>
              <a:ext uri="{FF2B5EF4-FFF2-40B4-BE49-F238E27FC236}">
                <a16:creationId xmlns:a16="http://schemas.microsoft.com/office/drawing/2014/main" id="{EBB36A9E-3290-28E5-75A3-13A1773687AF}"/>
              </a:ext>
            </a:extLst>
          </p:cNvPr>
          <p:cNvSpPr txBox="1"/>
          <p:nvPr/>
        </p:nvSpPr>
        <p:spPr>
          <a:xfrm>
            <a:off x="7503693" y="1758893"/>
            <a:ext cx="1046440" cy="2102593"/>
          </a:xfrm>
          <a:prstGeom prst="rect">
            <a:avLst/>
          </a:prstGeom>
          <a:noFill/>
        </p:spPr>
        <p:txBody>
          <a:bodyPr vert="eaVert" wrap="square" rtlCol="0">
            <a:spAutoFit/>
          </a:bodyPr>
          <a:lstStyle/>
          <a:p>
            <a:r>
              <a:rPr kumimoji="1" lang="ja-JP" altLang="en-US" dirty="0"/>
              <a:t>まっちゃんならではのオリジナルの学びの場を作り、喜ばれながら収入を得て社会に貢献。</a:t>
            </a:r>
          </a:p>
        </p:txBody>
      </p:sp>
      <p:sp>
        <p:nvSpPr>
          <p:cNvPr id="20" name="テキスト ボックス 19">
            <a:extLst>
              <a:ext uri="{FF2B5EF4-FFF2-40B4-BE49-F238E27FC236}">
                <a16:creationId xmlns:a16="http://schemas.microsoft.com/office/drawing/2014/main" id="{75AA3FC4-601F-8374-1B42-65F614ED76CB}"/>
              </a:ext>
            </a:extLst>
          </p:cNvPr>
          <p:cNvSpPr txBox="1"/>
          <p:nvPr/>
        </p:nvSpPr>
        <p:spPr>
          <a:xfrm rot="10800000" flipH="1" flipV="1">
            <a:off x="669003" y="2904674"/>
            <a:ext cx="830997" cy="1920092"/>
          </a:xfrm>
          <a:prstGeom prst="rect">
            <a:avLst/>
          </a:prstGeom>
          <a:noFill/>
        </p:spPr>
        <p:txBody>
          <a:bodyPr vert="eaVert" wrap="square" rtlCol="0">
            <a:spAutoFit/>
          </a:bodyPr>
          <a:lstStyle/>
          <a:p>
            <a:r>
              <a:rPr kumimoji="1" lang="ja-JP" altLang="en-US" dirty="0"/>
              <a:t>頑張らない天給自足達成術で楽しいマインドでスタート</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3"/>
          <p:cNvSpPr txBox="1"/>
          <p:nvPr/>
        </p:nvSpPr>
        <p:spPr>
          <a:xfrm>
            <a:off x="984943" y="489040"/>
            <a:ext cx="6560700" cy="531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ja" sz="3000" b="1" i="0" u="none" strike="noStrike" cap="none">
                <a:solidFill>
                  <a:srgbClr val="3F3F3F"/>
                </a:solidFill>
                <a:latin typeface="Calibri"/>
                <a:ea typeface="Calibri"/>
                <a:cs typeface="Calibri"/>
                <a:sym typeface="Calibri"/>
              </a:rPr>
              <a:t>カリキュラム</a:t>
            </a:r>
            <a:r>
              <a:rPr lang="ja" sz="3000" b="1">
                <a:solidFill>
                  <a:srgbClr val="3F3F3F"/>
                </a:solidFill>
                <a:latin typeface="Calibri"/>
                <a:ea typeface="Calibri"/>
                <a:cs typeface="Calibri"/>
                <a:sym typeface="Calibri"/>
              </a:rPr>
              <a:t>実践</a:t>
            </a:r>
            <a:r>
              <a:rPr lang="ja" sz="3000" b="1" i="0" u="none" strike="noStrike" cap="none">
                <a:solidFill>
                  <a:srgbClr val="3F3F3F"/>
                </a:solidFill>
                <a:latin typeface="Calibri"/>
                <a:ea typeface="Calibri"/>
                <a:cs typeface="Calibri"/>
                <a:sym typeface="Calibri"/>
              </a:rPr>
              <a:t>一覧</a:t>
            </a:r>
            <a:endParaRPr sz="3000" b="1" i="0" u="none" strike="noStrike" cap="none">
              <a:solidFill>
                <a:srgbClr val="3F3F3F"/>
              </a:solidFill>
              <a:latin typeface="Calibri"/>
              <a:ea typeface="Calibri"/>
              <a:cs typeface="Calibri"/>
              <a:sym typeface="Calibri"/>
            </a:endParaRPr>
          </a:p>
        </p:txBody>
      </p:sp>
      <p:sp>
        <p:nvSpPr>
          <p:cNvPr id="257" name="Google Shape;257;p33"/>
          <p:cNvSpPr txBox="1"/>
          <p:nvPr/>
        </p:nvSpPr>
        <p:spPr>
          <a:xfrm>
            <a:off x="570524" y="1261116"/>
            <a:ext cx="7803600" cy="3808705"/>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None/>
            </a:pPr>
            <a:r>
              <a:rPr lang="ja" sz="1800" b="0" i="0" u="none" strike="noStrike" cap="none" dirty="0">
                <a:solidFill>
                  <a:schemeClr val="dk1"/>
                </a:solidFill>
                <a:latin typeface="Calibri"/>
                <a:ea typeface="Calibri"/>
                <a:cs typeface="Calibri"/>
                <a:sym typeface="Calibri"/>
              </a:rPr>
              <a:t>・必ず見つかる</a:t>
            </a:r>
            <a:r>
              <a:rPr lang="ja" sz="1800" b="1" i="0" u="none" strike="noStrike" cap="none" dirty="0">
                <a:solidFill>
                  <a:srgbClr val="FF0000"/>
                </a:solidFill>
                <a:latin typeface="Calibri"/>
                <a:ea typeface="Calibri"/>
                <a:cs typeface="Calibri"/>
                <a:sym typeface="Calibri"/>
              </a:rPr>
              <a:t>自分</a:t>
            </a:r>
            <a:r>
              <a:rPr lang="ja" sz="1800" b="1" dirty="0">
                <a:solidFill>
                  <a:srgbClr val="FF0000"/>
                </a:solidFill>
                <a:latin typeface="Calibri"/>
                <a:ea typeface="Calibri"/>
                <a:cs typeface="Calibri"/>
                <a:sym typeface="Calibri"/>
              </a:rPr>
              <a:t>にあった天給自足をスタートできる</a:t>
            </a:r>
            <a:endParaRPr sz="1800" b="1" i="0" u="none" strike="noStrike" cap="none" dirty="0">
              <a:solidFill>
                <a:srgbClr val="FF0000"/>
              </a:solidFill>
              <a:latin typeface="Calibri"/>
              <a:ea typeface="Calibri"/>
              <a:cs typeface="Calibri"/>
              <a:sym typeface="Calibri"/>
            </a:endParaRPr>
          </a:p>
          <a:p>
            <a:pPr marL="0" marR="0" lvl="0" indent="0" algn="l" rtl="0">
              <a:lnSpc>
                <a:spcPct val="150000"/>
              </a:lnSpc>
              <a:spcBef>
                <a:spcPts val="0"/>
              </a:spcBef>
              <a:spcAft>
                <a:spcPts val="0"/>
              </a:spcAft>
              <a:buNone/>
            </a:pPr>
            <a:r>
              <a:rPr lang="ja" sz="1800" b="1" i="0" u="none" strike="noStrike" cap="none" dirty="0">
                <a:solidFill>
                  <a:schemeClr val="dk1"/>
                </a:solidFill>
                <a:latin typeface="Calibri"/>
                <a:ea typeface="Calibri"/>
                <a:cs typeface="Calibri"/>
                <a:sym typeface="Calibri"/>
              </a:rPr>
              <a:t>・頑張らない</a:t>
            </a:r>
            <a:r>
              <a:rPr lang="ja-JP" altLang="en-US" sz="1800" b="1" dirty="0">
                <a:solidFill>
                  <a:schemeClr val="dk1"/>
                </a:solidFill>
                <a:latin typeface="Calibri"/>
                <a:ea typeface="Calibri"/>
                <a:cs typeface="Calibri"/>
                <a:sym typeface="Calibri"/>
              </a:rPr>
              <a:t>で</a:t>
            </a:r>
            <a:r>
              <a:rPr lang="ja" sz="1800" b="1" i="0" u="none" strike="noStrike" cap="none" dirty="0">
                <a:solidFill>
                  <a:schemeClr val="dk1"/>
                </a:solidFill>
                <a:latin typeface="Calibri"/>
                <a:ea typeface="Calibri"/>
                <a:cs typeface="Calibri"/>
                <a:sym typeface="Calibri"/>
              </a:rPr>
              <a:t>うまくいく</a:t>
            </a:r>
            <a:r>
              <a:rPr lang="ja" sz="1800" b="1" dirty="0">
                <a:solidFill>
                  <a:schemeClr val="dk1"/>
                </a:solidFill>
                <a:latin typeface="Calibri"/>
                <a:ea typeface="Calibri"/>
                <a:cs typeface="Calibri"/>
                <a:sym typeface="Calibri"/>
              </a:rPr>
              <a:t>自然農</a:t>
            </a:r>
            <a:r>
              <a:rPr lang="ja" sz="1800" b="1" i="0" u="none" strike="noStrike" cap="none" dirty="0">
                <a:solidFill>
                  <a:schemeClr val="dk1"/>
                </a:solidFill>
                <a:latin typeface="Calibri"/>
                <a:ea typeface="Calibri"/>
                <a:cs typeface="Calibri"/>
                <a:sym typeface="Calibri"/>
              </a:rPr>
              <a:t>！</a:t>
            </a:r>
            <a:r>
              <a:rPr lang="ja" sz="1800" b="1" dirty="0">
                <a:solidFill>
                  <a:srgbClr val="FF0000"/>
                </a:solidFill>
                <a:latin typeface="Calibri"/>
                <a:ea typeface="Calibri"/>
                <a:cs typeface="Calibri"/>
                <a:sym typeface="Calibri"/>
              </a:rPr>
              <a:t>天給自足</a:t>
            </a:r>
            <a:r>
              <a:rPr lang="ja-JP" altLang="en-US" sz="1800" b="1" dirty="0">
                <a:solidFill>
                  <a:srgbClr val="FF0000"/>
                </a:solidFill>
                <a:latin typeface="Calibri"/>
                <a:ea typeface="Calibri"/>
                <a:cs typeface="Calibri"/>
                <a:sym typeface="Calibri"/>
              </a:rPr>
              <a:t>実現</a:t>
            </a:r>
            <a:r>
              <a:rPr lang="ja" sz="1800" b="1" dirty="0">
                <a:solidFill>
                  <a:srgbClr val="FF0000"/>
                </a:solidFill>
                <a:latin typeface="Calibri"/>
                <a:ea typeface="Calibri"/>
                <a:cs typeface="Calibri"/>
                <a:sym typeface="Calibri"/>
              </a:rPr>
              <a:t>　</a:t>
            </a:r>
            <a:endParaRPr sz="1800" b="1" dirty="0">
              <a:solidFill>
                <a:srgbClr val="FF0000"/>
              </a:solidFill>
              <a:latin typeface="Calibri"/>
              <a:ea typeface="Calibri"/>
              <a:cs typeface="Calibri"/>
              <a:sym typeface="Calibri"/>
            </a:endParaRPr>
          </a:p>
          <a:p>
            <a:pPr marL="0" marR="0" lvl="0" indent="0" algn="l" rtl="0">
              <a:lnSpc>
                <a:spcPct val="150000"/>
              </a:lnSpc>
              <a:spcBef>
                <a:spcPts val="0"/>
              </a:spcBef>
              <a:spcAft>
                <a:spcPts val="0"/>
              </a:spcAft>
              <a:buNone/>
            </a:pPr>
            <a:r>
              <a:rPr lang="ja" sz="1800" b="1" i="0" u="none" strike="noStrike" cap="none" dirty="0">
                <a:solidFill>
                  <a:srgbClr val="FF0000"/>
                </a:solidFill>
                <a:latin typeface="Calibri"/>
                <a:ea typeface="Calibri"/>
                <a:cs typeface="Calibri"/>
                <a:sym typeface="Calibri"/>
              </a:rPr>
              <a:t>・</a:t>
            </a:r>
            <a:r>
              <a:rPr lang="ja" sz="1800" b="1" dirty="0">
                <a:solidFill>
                  <a:srgbClr val="FF0000"/>
                </a:solidFill>
                <a:latin typeface="Calibri"/>
                <a:ea typeface="Calibri"/>
                <a:cs typeface="Calibri"/>
                <a:sym typeface="Calibri"/>
              </a:rPr>
              <a:t>知ると出来るは違います。すべて</a:t>
            </a:r>
            <a:r>
              <a:rPr lang="ja" sz="1800" b="1" dirty="0">
                <a:solidFill>
                  <a:schemeClr val="dk1"/>
                </a:solidFill>
                <a:latin typeface="Calibri"/>
                <a:ea typeface="Calibri"/>
                <a:cs typeface="Calibri"/>
                <a:sym typeface="Calibri"/>
              </a:rPr>
              <a:t>実践、体験</a:t>
            </a:r>
            <a:r>
              <a:rPr lang="ja" sz="1800" b="1" i="0" u="none" strike="noStrike" cap="none" dirty="0">
                <a:solidFill>
                  <a:schemeClr val="dk1"/>
                </a:solidFill>
                <a:latin typeface="Calibri"/>
                <a:ea typeface="Calibri"/>
                <a:cs typeface="Calibri"/>
                <a:sym typeface="Calibri"/>
              </a:rPr>
              <a:t>！</a:t>
            </a:r>
            <a:endParaRPr sz="1800" b="1" i="0" u="none" strike="noStrike" cap="none" dirty="0">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000000"/>
              </a:buClr>
              <a:buSzPts val="1800"/>
              <a:buFont typeface="Arial"/>
              <a:buNone/>
            </a:pPr>
            <a:r>
              <a:rPr lang="ja" sz="1800" b="0" i="0" u="none" strike="noStrike" cap="none" dirty="0">
                <a:solidFill>
                  <a:schemeClr val="dk1"/>
                </a:solidFill>
                <a:latin typeface="Calibri"/>
                <a:ea typeface="Calibri"/>
                <a:cs typeface="Calibri"/>
                <a:sym typeface="Calibri"/>
              </a:rPr>
              <a:t>・</a:t>
            </a:r>
            <a:r>
              <a:rPr lang="ja" sz="1800" b="1" dirty="0">
                <a:solidFill>
                  <a:srgbClr val="FF0000"/>
                </a:solidFill>
                <a:latin typeface="Calibri"/>
                <a:ea typeface="Calibri"/>
                <a:cs typeface="Calibri"/>
                <a:sym typeface="Calibri"/>
              </a:rPr>
              <a:t>すぐに</a:t>
            </a:r>
            <a:r>
              <a:rPr lang="ja-JP" altLang="en-US" sz="1800" b="1" dirty="0">
                <a:solidFill>
                  <a:srgbClr val="FF0000"/>
                </a:solidFill>
                <a:latin typeface="Calibri"/>
                <a:ea typeface="Calibri"/>
                <a:cs typeface="Calibri"/>
                <a:sym typeface="Calibri"/>
              </a:rPr>
              <a:t>醗酵</a:t>
            </a:r>
            <a:r>
              <a:rPr lang="ja" sz="1800" b="1" dirty="0">
                <a:solidFill>
                  <a:srgbClr val="FF0000"/>
                </a:solidFill>
                <a:latin typeface="Calibri"/>
                <a:ea typeface="Calibri"/>
                <a:cs typeface="Calibri"/>
                <a:sym typeface="Calibri"/>
              </a:rPr>
              <a:t>生活に落とし込める</a:t>
            </a:r>
            <a:r>
              <a:rPr lang="ja" sz="1800" dirty="0">
                <a:solidFill>
                  <a:schemeClr val="dk1"/>
                </a:solidFill>
                <a:latin typeface="Calibri"/>
                <a:ea typeface="Calibri"/>
                <a:cs typeface="Calibri"/>
                <a:sym typeface="Calibri"/>
              </a:rPr>
              <a:t>　作って持ち帰りすぐ実践</a:t>
            </a:r>
            <a:r>
              <a:rPr lang="ja" sz="1800" b="0" i="0" u="none" strike="noStrike" cap="none" dirty="0">
                <a:solidFill>
                  <a:schemeClr val="dk1"/>
                </a:solidFill>
                <a:latin typeface="Calibri"/>
                <a:ea typeface="Calibri"/>
                <a:cs typeface="Calibri"/>
                <a:sym typeface="Calibri"/>
              </a:rPr>
              <a:t>！</a:t>
            </a:r>
            <a:endParaRPr sz="1800" b="0" i="0" u="none" strike="noStrike" cap="none" dirty="0">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000000"/>
              </a:buClr>
              <a:buSzPts val="1800"/>
              <a:buFont typeface="Arial"/>
              <a:buNone/>
            </a:pPr>
            <a:r>
              <a:rPr lang="ja" sz="1800" b="0" i="0" u="none" strike="noStrike" cap="none" dirty="0">
                <a:solidFill>
                  <a:schemeClr val="dk1"/>
                </a:solidFill>
                <a:latin typeface="Calibri"/>
                <a:ea typeface="Calibri"/>
                <a:cs typeface="Calibri"/>
                <a:sym typeface="Calibri"/>
              </a:rPr>
              <a:t>・</a:t>
            </a:r>
            <a:r>
              <a:rPr lang="ja" sz="1800" dirty="0">
                <a:solidFill>
                  <a:schemeClr val="dk1"/>
                </a:solidFill>
                <a:latin typeface="Calibri"/>
                <a:ea typeface="Calibri"/>
                <a:cs typeface="Calibri"/>
                <a:sym typeface="Calibri"/>
              </a:rPr>
              <a:t>現状に合わせた</a:t>
            </a:r>
            <a:r>
              <a:rPr lang="ja-JP" altLang="en-US" sz="1800" dirty="0">
                <a:solidFill>
                  <a:schemeClr val="dk1"/>
                </a:solidFill>
                <a:latin typeface="Calibri"/>
                <a:ea typeface="Calibri"/>
                <a:cs typeface="Calibri"/>
                <a:sym typeface="Calibri"/>
              </a:rPr>
              <a:t>醗酵</a:t>
            </a:r>
            <a:r>
              <a:rPr lang="ja" sz="1800" dirty="0">
                <a:solidFill>
                  <a:schemeClr val="dk1"/>
                </a:solidFill>
                <a:latin typeface="Calibri"/>
                <a:ea typeface="Calibri"/>
                <a:cs typeface="Calibri"/>
                <a:sym typeface="Calibri"/>
              </a:rPr>
              <a:t>生活</a:t>
            </a:r>
            <a:r>
              <a:rPr lang="ja-JP" altLang="en-US" sz="1800" dirty="0">
                <a:solidFill>
                  <a:schemeClr val="dk1"/>
                </a:solidFill>
                <a:latin typeface="Calibri"/>
                <a:ea typeface="Calibri"/>
                <a:cs typeface="Calibri"/>
                <a:sym typeface="Calibri"/>
              </a:rPr>
              <a:t>で</a:t>
            </a:r>
            <a:r>
              <a:rPr lang="ja" sz="1800" b="0" i="0" u="none" strike="noStrike" cap="none" dirty="0">
                <a:solidFill>
                  <a:schemeClr val="dk1"/>
                </a:solidFill>
                <a:latin typeface="Calibri"/>
                <a:ea typeface="Calibri"/>
                <a:cs typeface="Calibri"/>
                <a:sym typeface="Calibri"/>
              </a:rPr>
              <a:t>！</a:t>
            </a:r>
            <a:r>
              <a:rPr lang="ja" sz="1800" dirty="0">
                <a:solidFill>
                  <a:schemeClr val="dk1"/>
                </a:solidFill>
                <a:latin typeface="Calibri"/>
                <a:ea typeface="Calibri"/>
                <a:cs typeface="Calibri"/>
                <a:sym typeface="Calibri"/>
              </a:rPr>
              <a:t>腸活、健康</a:t>
            </a:r>
            <a:r>
              <a:rPr lang="ja" sz="1800" b="0" i="0" u="none" strike="noStrike" cap="none" dirty="0">
                <a:solidFill>
                  <a:schemeClr val="dk1"/>
                </a:solidFill>
                <a:latin typeface="Calibri"/>
                <a:ea typeface="Calibri"/>
                <a:cs typeface="Calibri"/>
                <a:sym typeface="Calibri"/>
              </a:rPr>
              <a:t>！</a:t>
            </a:r>
            <a:endParaRPr sz="1800" b="0" i="0" u="none" strike="noStrike" cap="none" dirty="0">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000000"/>
              </a:buClr>
              <a:buSzPts val="1800"/>
              <a:buFont typeface="Arial"/>
              <a:buNone/>
            </a:pPr>
            <a:r>
              <a:rPr lang="ja" sz="1800" b="0" i="0" u="none" strike="noStrike" cap="none" dirty="0">
                <a:solidFill>
                  <a:schemeClr val="dk1"/>
                </a:solidFill>
                <a:latin typeface="Calibri"/>
                <a:ea typeface="Calibri"/>
                <a:cs typeface="Calibri"/>
                <a:sym typeface="Calibri"/>
              </a:rPr>
              <a:t>・</a:t>
            </a:r>
            <a:r>
              <a:rPr lang="ja" sz="1800" b="1" dirty="0">
                <a:solidFill>
                  <a:srgbClr val="FF0000"/>
                </a:solidFill>
                <a:latin typeface="Calibri"/>
                <a:ea typeface="Calibri"/>
                <a:cs typeface="Calibri"/>
                <a:sym typeface="Calibri"/>
              </a:rPr>
              <a:t>伝承する</a:t>
            </a:r>
            <a:r>
              <a:rPr lang="ja-JP" altLang="en-US" sz="1800" b="1" dirty="0">
                <a:solidFill>
                  <a:srgbClr val="FF0000"/>
                </a:solidFill>
                <a:latin typeface="Calibri"/>
                <a:ea typeface="Calibri"/>
                <a:cs typeface="Calibri"/>
                <a:sym typeface="Calibri"/>
              </a:rPr>
              <a:t>立場（講師）</a:t>
            </a:r>
            <a:r>
              <a:rPr lang="ja" sz="1800" b="1" dirty="0">
                <a:solidFill>
                  <a:srgbClr val="FF0000"/>
                </a:solidFill>
                <a:latin typeface="Calibri"/>
                <a:ea typeface="Calibri"/>
                <a:cs typeface="Calibri"/>
                <a:sym typeface="Calibri"/>
              </a:rPr>
              <a:t>となり</a:t>
            </a:r>
            <a:r>
              <a:rPr lang="ja" sz="1800" b="0" i="0" u="none" strike="noStrike" cap="none" dirty="0">
                <a:solidFill>
                  <a:schemeClr val="dk1"/>
                </a:solidFill>
                <a:latin typeface="Calibri"/>
                <a:ea typeface="Calibri"/>
                <a:cs typeface="Calibri"/>
                <a:sym typeface="Calibri"/>
              </a:rPr>
              <a:t>の</a:t>
            </a:r>
            <a:r>
              <a:rPr lang="ja" sz="1800" dirty="0">
                <a:solidFill>
                  <a:schemeClr val="dk1"/>
                </a:solidFill>
                <a:latin typeface="Calibri"/>
                <a:ea typeface="Calibri"/>
                <a:cs typeface="Calibri"/>
                <a:sym typeface="Calibri"/>
              </a:rPr>
              <a:t>楽しく社会貢献！</a:t>
            </a:r>
            <a:endParaRPr sz="1800" b="0" i="0" u="none" strike="noStrike" cap="none" dirty="0">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000000"/>
              </a:buClr>
              <a:buSzPts val="1800"/>
              <a:buFont typeface="Arial"/>
              <a:buNone/>
            </a:pPr>
            <a:r>
              <a:rPr lang="ja" sz="1800" b="0" i="0" u="none" strike="noStrike" cap="none" dirty="0">
                <a:solidFill>
                  <a:schemeClr val="dk1"/>
                </a:solidFill>
                <a:latin typeface="Calibri"/>
                <a:ea typeface="Calibri"/>
                <a:cs typeface="Calibri"/>
                <a:sym typeface="Calibri"/>
              </a:rPr>
              <a:t>・</a:t>
            </a:r>
            <a:r>
              <a:rPr lang="ja" sz="1800" dirty="0">
                <a:solidFill>
                  <a:schemeClr val="dk1"/>
                </a:solidFill>
                <a:latin typeface="Calibri"/>
                <a:ea typeface="Calibri"/>
                <a:cs typeface="Calibri"/>
                <a:sym typeface="Calibri"/>
              </a:rPr>
              <a:t>食の安心安全、食の備蓄（陸稲、菊芋、</a:t>
            </a:r>
            <a:r>
              <a:rPr lang="ja-JP" altLang="en-US" sz="1800" dirty="0">
                <a:solidFill>
                  <a:schemeClr val="dk1"/>
                </a:solidFill>
                <a:latin typeface="Calibri"/>
                <a:ea typeface="Calibri"/>
                <a:cs typeface="Calibri"/>
                <a:sym typeface="Calibri"/>
              </a:rPr>
              <a:t>醗酵</a:t>
            </a:r>
            <a:r>
              <a:rPr lang="ja" sz="1800" dirty="0">
                <a:solidFill>
                  <a:schemeClr val="dk1"/>
                </a:solidFill>
                <a:latin typeface="Calibri"/>
                <a:ea typeface="Calibri"/>
                <a:cs typeface="Calibri"/>
                <a:sym typeface="Calibri"/>
              </a:rPr>
              <a:t>食）の実践</a:t>
            </a:r>
            <a:r>
              <a:rPr lang="ja" sz="1800" b="0" i="0" u="none" strike="noStrike" cap="none" dirty="0">
                <a:solidFill>
                  <a:schemeClr val="dk1"/>
                </a:solidFill>
                <a:latin typeface="Calibri"/>
                <a:ea typeface="Calibri"/>
                <a:cs typeface="Calibri"/>
                <a:sym typeface="Calibri"/>
              </a:rPr>
              <a:t>！</a:t>
            </a:r>
            <a:endParaRPr sz="1800" b="0" i="0" u="none" strike="noStrike" cap="none" dirty="0">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000000"/>
              </a:buClr>
              <a:buSzPts val="1800"/>
              <a:buFont typeface="Arial"/>
              <a:buNone/>
            </a:pPr>
            <a:r>
              <a:rPr lang="ja" sz="1800" b="0" i="0" u="none" strike="noStrike" cap="none" dirty="0">
                <a:solidFill>
                  <a:schemeClr val="dk1"/>
                </a:solidFill>
                <a:latin typeface="Calibri"/>
                <a:ea typeface="Calibri"/>
                <a:cs typeface="Calibri"/>
                <a:sym typeface="Calibri"/>
              </a:rPr>
              <a:t>・</a:t>
            </a:r>
            <a:r>
              <a:rPr lang="ja" sz="1800" dirty="0">
                <a:solidFill>
                  <a:schemeClr val="dk1"/>
                </a:solidFill>
                <a:latin typeface="Calibri"/>
                <a:ea typeface="Calibri"/>
                <a:cs typeface="Calibri"/>
                <a:sym typeface="Calibri"/>
              </a:rPr>
              <a:t>自然と季節の恵み（きのこ、野草、山菜</a:t>
            </a:r>
            <a:r>
              <a:rPr lang="ja-JP" altLang="en-US" sz="1800" dirty="0">
                <a:solidFill>
                  <a:schemeClr val="dk1"/>
                </a:solidFill>
                <a:latin typeface="Calibri"/>
                <a:ea typeface="Calibri"/>
                <a:cs typeface="Calibri"/>
                <a:sym typeface="Calibri"/>
              </a:rPr>
              <a:t>）とポタジェ</a:t>
            </a:r>
            <a:r>
              <a:rPr lang="ja" sz="1800" dirty="0">
                <a:solidFill>
                  <a:schemeClr val="dk1"/>
                </a:solidFill>
                <a:latin typeface="Calibri"/>
                <a:ea typeface="Calibri"/>
                <a:cs typeface="Calibri"/>
                <a:sym typeface="Calibri"/>
              </a:rPr>
              <a:t>を活用し楽しめる</a:t>
            </a:r>
            <a:endParaRPr sz="1800" b="0" i="0" u="none" strike="noStrike" cap="none" dirty="0">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000000"/>
              </a:buClr>
              <a:buSzPts val="1800"/>
              <a:buFont typeface="Arial"/>
              <a:buNone/>
            </a:pPr>
            <a:r>
              <a:rPr lang="ja" sz="1800" b="0" i="0" u="none" strike="noStrike" cap="none" dirty="0">
                <a:solidFill>
                  <a:schemeClr val="dk1"/>
                </a:solidFill>
                <a:latin typeface="Calibri"/>
                <a:ea typeface="Calibri"/>
                <a:cs typeface="Calibri"/>
                <a:sym typeface="Calibri"/>
              </a:rPr>
              <a:t>・</a:t>
            </a:r>
            <a:r>
              <a:rPr lang="ja" sz="1800" dirty="0">
                <a:solidFill>
                  <a:schemeClr val="dk1"/>
                </a:solidFill>
                <a:latin typeface="Calibri"/>
                <a:ea typeface="Calibri"/>
                <a:cs typeface="Calibri"/>
                <a:sym typeface="Calibri"/>
              </a:rPr>
              <a:t>米パン、グルテンフリーのフランス菓子を</a:t>
            </a:r>
            <a:r>
              <a:rPr lang="ja-JP" altLang="en-US" sz="1800" dirty="0">
                <a:solidFill>
                  <a:schemeClr val="dk1"/>
                </a:solidFill>
                <a:latin typeface="Calibri"/>
                <a:ea typeface="Calibri"/>
                <a:cs typeface="Calibri"/>
                <a:sym typeface="Calibri"/>
              </a:rPr>
              <a:t>楽しく</a:t>
            </a:r>
            <a:r>
              <a:rPr lang="ja" sz="1800" dirty="0">
                <a:solidFill>
                  <a:schemeClr val="dk1"/>
                </a:solidFill>
                <a:latin typeface="Calibri"/>
                <a:ea typeface="Calibri"/>
                <a:cs typeface="Calibri"/>
                <a:sym typeface="Calibri"/>
              </a:rPr>
              <a:t>学ぶ　</a:t>
            </a:r>
            <a:r>
              <a:rPr lang="ja" sz="1800" b="0" i="0" u="none" strike="noStrike" cap="none" dirty="0">
                <a:solidFill>
                  <a:schemeClr val="dk1"/>
                </a:solidFill>
                <a:latin typeface="Calibri"/>
                <a:ea typeface="Calibri"/>
                <a:cs typeface="Calibri"/>
                <a:sym typeface="Calibri"/>
              </a:rPr>
              <a:t>etc</a:t>
            </a:r>
            <a:endParaRPr sz="1800" b="0" i="0" u="none" strike="noStrike" cap="none"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7"/>
                                        </p:tgtEl>
                                        <p:attrNameLst>
                                          <p:attrName>style.visibility</p:attrName>
                                        </p:attrNameLst>
                                      </p:cBhvr>
                                      <p:to>
                                        <p:strVal val="visible"/>
                                      </p:to>
                                    </p:set>
                                    <p:animEffect transition="in" filter="fade">
                                      <p:cBhvr>
                                        <p:cTn id="7" dur="1000"/>
                                        <p:tgtEl>
                                          <p:spTgt spid="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pic>
        <p:nvPicPr>
          <p:cNvPr id="262" name="Google Shape;262;p34"/>
          <p:cNvPicPr preferRelativeResize="0"/>
          <p:nvPr/>
        </p:nvPicPr>
        <p:blipFill rotWithShape="1">
          <a:blip r:embed="rId3">
            <a:alphaModFix/>
          </a:blip>
          <a:srcRect/>
          <a:stretch/>
        </p:blipFill>
        <p:spPr>
          <a:xfrm>
            <a:off x="5674414" y="3028159"/>
            <a:ext cx="3206712" cy="1980972"/>
          </a:xfrm>
          <a:prstGeom prst="rect">
            <a:avLst/>
          </a:prstGeom>
          <a:noFill/>
          <a:ln>
            <a:noFill/>
          </a:ln>
        </p:spPr>
      </p:pic>
      <p:sp>
        <p:nvSpPr>
          <p:cNvPr id="263" name="Google Shape;263;p34"/>
          <p:cNvSpPr txBox="1">
            <a:spLocks noGrp="1"/>
          </p:cNvSpPr>
          <p:nvPr>
            <p:ph type="title"/>
          </p:nvPr>
        </p:nvSpPr>
        <p:spPr>
          <a:xfrm>
            <a:off x="1178850" y="381750"/>
            <a:ext cx="2366700" cy="68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4B081"/>
              </a:buClr>
              <a:buSzPts val="3300"/>
              <a:buFont typeface="Calibri"/>
              <a:buNone/>
            </a:pPr>
            <a:r>
              <a:rPr lang="ja" b="1">
                <a:solidFill>
                  <a:srgbClr val="F4B081"/>
                </a:solidFill>
                <a:latin typeface="Calibri"/>
                <a:ea typeface="Calibri"/>
                <a:cs typeface="Calibri"/>
                <a:sym typeface="Calibri"/>
              </a:rPr>
              <a:t>サポート体制</a:t>
            </a:r>
            <a:endParaRPr b="1">
              <a:solidFill>
                <a:srgbClr val="F4B081"/>
              </a:solidFill>
              <a:latin typeface="Calibri"/>
              <a:ea typeface="Calibri"/>
              <a:cs typeface="Calibri"/>
              <a:sym typeface="Calibri"/>
            </a:endParaRPr>
          </a:p>
        </p:txBody>
      </p:sp>
      <p:sp>
        <p:nvSpPr>
          <p:cNvPr id="264" name="Google Shape;264;p34"/>
          <p:cNvSpPr txBox="1"/>
          <p:nvPr/>
        </p:nvSpPr>
        <p:spPr>
          <a:xfrm>
            <a:off x="263850" y="1130500"/>
            <a:ext cx="8982000" cy="39375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rgbClr val="3F3F3F"/>
              </a:buClr>
              <a:buSzPts val="2700"/>
              <a:buFont typeface="Arial"/>
              <a:buNone/>
            </a:pPr>
            <a:endParaRPr sz="2700" b="1">
              <a:solidFill>
                <a:schemeClr val="dk1"/>
              </a:solidFill>
              <a:latin typeface="Calibri"/>
              <a:ea typeface="Calibri"/>
              <a:cs typeface="Calibri"/>
              <a:sym typeface="Calibri"/>
            </a:endParaRPr>
          </a:p>
          <a:p>
            <a:pPr marL="0" marR="0" lvl="0" indent="0" algn="l" rtl="0">
              <a:lnSpc>
                <a:spcPct val="90000"/>
              </a:lnSpc>
              <a:spcBef>
                <a:spcPts val="0"/>
              </a:spcBef>
              <a:spcAft>
                <a:spcPts val="0"/>
              </a:spcAft>
              <a:buClr>
                <a:srgbClr val="3F3F3F"/>
              </a:buClr>
              <a:buSzPts val="2700"/>
              <a:buFont typeface="Arial"/>
              <a:buNone/>
            </a:pPr>
            <a:r>
              <a:rPr lang="ja" sz="2700" b="1" i="0" u="none" strike="noStrike" cap="none">
                <a:solidFill>
                  <a:srgbClr val="3F3F3F"/>
                </a:solidFill>
                <a:latin typeface="Calibri"/>
                <a:ea typeface="Calibri"/>
                <a:cs typeface="Calibri"/>
                <a:sym typeface="Calibri"/>
              </a:rPr>
              <a:t>・</a:t>
            </a:r>
            <a:r>
              <a:rPr lang="en-US" altLang="ja-JP" sz="2700" b="1" i="0" u="none" strike="noStrike" cap="none" dirty="0">
                <a:solidFill>
                  <a:srgbClr val="3F3F3F"/>
                </a:solidFill>
                <a:latin typeface="Calibri"/>
                <a:ea typeface="Calibri"/>
                <a:cs typeface="Calibri"/>
                <a:sym typeface="Calibri"/>
              </a:rPr>
              <a:t>4</a:t>
            </a:r>
            <a:r>
              <a:rPr lang="ja-JP" altLang="en-US" sz="2700" b="1" i="0" u="none" strike="noStrike" cap="none" dirty="0">
                <a:solidFill>
                  <a:srgbClr val="3F3F3F"/>
                </a:solidFill>
                <a:latin typeface="Calibri"/>
                <a:ea typeface="Calibri"/>
                <a:cs typeface="Calibri"/>
                <a:sym typeface="Calibri"/>
              </a:rPr>
              <a:t>月から</a:t>
            </a:r>
            <a:r>
              <a:rPr lang="en-US" altLang="ja-JP" sz="2700" b="1" i="0" u="none" strike="noStrike" cap="none" dirty="0">
                <a:solidFill>
                  <a:srgbClr val="3F3F3F"/>
                </a:solidFill>
                <a:latin typeface="Calibri"/>
                <a:ea typeface="Calibri"/>
                <a:cs typeface="Calibri"/>
                <a:sym typeface="Calibri"/>
              </a:rPr>
              <a:t>1</a:t>
            </a:r>
            <a:r>
              <a:rPr lang="ja-JP" altLang="en-US" sz="2700" b="1" i="0" u="none" strike="noStrike" cap="none" dirty="0">
                <a:solidFill>
                  <a:srgbClr val="3F3F3F"/>
                </a:solidFill>
                <a:latin typeface="Calibri"/>
                <a:ea typeface="Calibri"/>
                <a:cs typeface="Calibri"/>
                <a:sym typeface="Calibri"/>
              </a:rPr>
              <a:t>年間各月で合宿型の塾を開催、</a:t>
            </a:r>
            <a:endParaRPr lang="en-US" altLang="ja-JP" sz="2700" b="1" i="0" u="none" strike="noStrike" cap="none" dirty="0">
              <a:solidFill>
                <a:srgbClr val="3F3F3F"/>
              </a:solidFill>
              <a:latin typeface="Calibri"/>
              <a:ea typeface="Calibri"/>
              <a:cs typeface="Calibri"/>
              <a:sym typeface="Calibri"/>
            </a:endParaRPr>
          </a:p>
          <a:p>
            <a:pPr marL="0" marR="0" lvl="0" indent="0" algn="l" rtl="0">
              <a:lnSpc>
                <a:spcPct val="90000"/>
              </a:lnSpc>
              <a:spcBef>
                <a:spcPts val="0"/>
              </a:spcBef>
              <a:spcAft>
                <a:spcPts val="0"/>
              </a:spcAft>
              <a:buClr>
                <a:srgbClr val="3F3F3F"/>
              </a:buClr>
              <a:buSzPts val="2700"/>
              <a:buFont typeface="Arial"/>
              <a:buNone/>
            </a:pPr>
            <a:r>
              <a:rPr lang="en-US" altLang="ja-JP" sz="2700" b="1" dirty="0">
                <a:solidFill>
                  <a:srgbClr val="3F3F3F"/>
                </a:solidFill>
                <a:latin typeface="Calibri"/>
                <a:ea typeface="Calibri"/>
                <a:cs typeface="Calibri"/>
                <a:sym typeface="Calibri"/>
              </a:rPr>
              <a:t>   4</a:t>
            </a:r>
            <a:r>
              <a:rPr lang="ja-JP" altLang="en-US" sz="2700" b="1" dirty="0">
                <a:solidFill>
                  <a:srgbClr val="3F3F3F"/>
                </a:solidFill>
                <a:latin typeface="Calibri"/>
                <a:ea typeface="Calibri"/>
                <a:cs typeface="Calibri"/>
                <a:sym typeface="Calibri"/>
              </a:rPr>
              <a:t>月</a:t>
            </a:r>
            <a:r>
              <a:rPr lang="en-US" altLang="ja-JP" sz="2700" b="1" dirty="0">
                <a:solidFill>
                  <a:srgbClr val="3F3F3F"/>
                </a:solidFill>
                <a:latin typeface="Calibri"/>
                <a:ea typeface="Calibri"/>
                <a:cs typeface="Calibri"/>
                <a:sym typeface="Calibri"/>
              </a:rPr>
              <a:t> 2</a:t>
            </a:r>
            <a:r>
              <a:rPr lang="ja-JP" altLang="en-US" sz="2700" b="1" i="0" u="none" strike="noStrike" cap="none" dirty="0">
                <a:solidFill>
                  <a:srgbClr val="3F3F3F"/>
                </a:solidFill>
                <a:latin typeface="Calibri"/>
                <a:ea typeface="Calibri"/>
                <a:cs typeface="Calibri"/>
                <a:sym typeface="Calibri"/>
              </a:rPr>
              <a:t>泊</a:t>
            </a:r>
            <a:r>
              <a:rPr lang="en-US" altLang="ja-JP" sz="2700" b="1" dirty="0">
                <a:solidFill>
                  <a:srgbClr val="3F3F3F"/>
                </a:solidFill>
                <a:latin typeface="Calibri"/>
                <a:ea typeface="Calibri"/>
                <a:cs typeface="Calibri"/>
                <a:sym typeface="Calibri"/>
              </a:rPr>
              <a:t>3</a:t>
            </a:r>
            <a:r>
              <a:rPr lang="ja-JP" altLang="en-US" sz="2700" b="1" i="0" u="none" strike="noStrike" cap="none" dirty="0">
                <a:solidFill>
                  <a:srgbClr val="3F3F3F"/>
                </a:solidFill>
                <a:latin typeface="Calibri"/>
                <a:ea typeface="Calibri"/>
                <a:cs typeface="Calibri"/>
                <a:sym typeface="Calibri"/>
              </a:rPr>
              <a:t>日、</a:t>
            </a:r>
            <a:r>
              <a:rPr lang="en-US" altLang="ja-JP" sz="2700" b="1" i="0" u="none" strike="noStrike" cap="none" dirty="0">
                <a:solidFill>
                  <a:srgbClr val="3F3F3F"/>
                </a:solidFill>
                <a:latin typeface="Calibri"/>
                <a:ea typeface="Calibri"/>
                <a:cs typeface="Calibri"/>
                <a:sym typeface="Calibri"/>
              </a:rPr>
              <a:t>6</a:t>
            </a:r>
            <a:r>
              <a:rPr lang="ja-JP" altLang="en-US" sz="2700" b="1" i="0" u="none" strike="noStrike" cap="none" dirty="0">
                <a:solidFill>
                  <a:srgbClr val="3F3F3F"/>
                </a:solidFill>
                <a:latin typeface="Calibri"/>
                <a:ea typeface="Calibri"/>
                <a:cs typeface="Calibri"/>
                <a:sym typeface="Calibri"/>
              </a:rPr>
              <a:t>月</a:t>
            </a:r>
            <a:r>
              <a:rPr lang="en-US" altLang="ja-JP" sz="2700" b="1" dirty="0">
                <a:solidFill>
                  <a:srgbClr val="3F3F3F"/>
                </a:solidFill>
                <a:latin typeface="Calibri"/>
                <a:ea typeface="Calibri"/>
                <a:cs typeface="Calibri"/>
                <a:sym typeface="Calibri"/>
              </a:rPr>
              <a:t>2</a:t>
            </a:r>
            <a:r>
              <a:rPr lang="ja-JP" altLang="en-US" sz="2700" b="1" dirty="0">
                <a:solidFill>
                  <a:srgbClr val="3F3F3F"/>
                </a:solidFill>
                <a:latin typeface="Calibri"/>
                <a:ea typeface="Calibri"/>
                <a:cs typeface="Calibri"/>
                <a:sym typeface="Calibri"/>
              </a:rPr>
              <a:t>泊</a:t>
            </a:r>
            <a:r>
              <a:rPr lang="en-US" altLang="ja-JP" sz="2700" b="1" dirty="0">
                <a:solidFill>
                  <a:srgbClr val="3F3F3F"/>
                </a:solidFill>
                <a:latin typeface="Calibri"/>
                <a:ea typeface="Calibri"/>
                <a:cs typeface="Calibri"/>
                <a:sym typeface="Calibri"/>
              </a:rPr>
              <a:t>3</a:t>
            </a:r>
            <a:r>
              <a:rPr lang="ja-JP" altLang="en-US" sz="2700" b="1" dirty="0">
                <a:solidFill>
                  <a:srgbClr val="3F3F3F"/>
                </a:solidFill>
                <a:latin typeface="Calibri"/>
                <a:ea typeface="Calibri"/>
                <a:cs typeface="Calibri"/>
                <a:sym typeface="Calibri"/>
              </a:rPr>
              <a:t>日、</a:t>
            </a:r>
            <a:r>
              <a:rPr lang="en-US" altLang="ja-JP" sz="2700" b="1" dirty="0">
                <a:solidFill>
                  <a:srgbClr val="3F3F3F"/>
                </a:solidFill>
                <a:latin typeface="Calibri"/>
                <a:ea typeface="Calibri"/>
                <a:cs typeface="Calibri"/>
                <a:sym typeface="Calibri"/>
              </a:rPr>
              <a:t>8</a:t>
            </a:r>
            <a:r>
              <a:rPr lang="ja-JP" altLang="en-US" sz="2700" b="1" dirty="0">
                <a:solidFill>
                  <a:srgbClr val="3F3F3F"/>
                </a:solidFill>
                <a:latin typeface="Calibri"/>
                <a:ea typeface="Calibri"/>
                <a:cs typeface="Calibri"/>
                <a:sym typeface="Calibri"/>
              </a:rPr>
              <a:t>月</a:t>
            </a:r>
            <a:r>
              <a:rPr lang="en-US" altLang="ja-JP" sz="2700" b="1" dirty="0">
                <a:solidFill>
                  <a:srgbClr val="3F3F3F"/>
                </a:solidFill>
                <a:latin typeface="Calibri"/>
                <a:ea typeface="Calibri"/>
                <a:cs typeface="Calibri"/>
                <a:sym typeface="Calibri"/>
              </a:rPr>
              <a:t>2</a:t>
            </a:r>
            <a:r>
              <a:rPr lang="ja-JP" altLang="en-US" sz="2700" b="1" dirty="0">
                <a:solidFill>
                  <a:srgbClr val="3F3F3F"/>
                </a:solidFill>
                <a:latin typeface="Calibri"/>
                <a:ea typeface="Calibri"/>
                <a:cs typeface="Calibri"/>
                <a:sym typeface="Calibri"/>
              </a:rPr>
              <a:t>泊</a:t>
            </a:r>
            <a:r>
              <a:rPr lang="en-US" altLang="ja-JP" sz="2700" b="1" dirty="0">
                <a:solidFill>
                  <a:srgbClr val="3F3F3F"/>
                </a:solidFill>
                <a:latin typeface="Calibri"/>
                <a:ea typeface="Calibri"/>
                <a:cs typeface="Calibri"/>
                <a:sym typeface="Calibri"/>
              </a:rPr>
              <a:t>3</a:t>
            </a:r>
            <a:r>
              <a:rPr lang="ja-JP" altLang="en-US" sz="2700" b="1" dirty="0">
                <a:solidFill>
                  <a:srgbClr val="3F3F3F"/>
                </a:solidFill>
                <a:latin typeface="Calibri"/>
                <a:ea typeface="Calibri"/>
                <a:cs typeface="Calibri"/>
                <a:sym typeface="Calibri"/>
              </a:rPr>
              <a:t>日、</a:t>
            </a:r>
            <a:r>
              <a:rPr lang="en-US" altLang="ja-JP" sz="2700" b="1" dirty="0">
                <a:solidFill>
                  <a:srgbClr val="3F3F3F"/>
                </a:solidFill>
                <a:latin typeface="Calibri"/>
                <a:ea typeface="Calibri"/>
                <a:cs typeface="Calibri"/>
                <a:sym typeface="Calibri"/>
              </a:rPr>
              <a:t>10</a:t>
            </a:r>
            <a:r>
              <a:rPr lang="ja-JP" altLang="en-US" sz="2700" b="1" dirty="0">
                <a:solidFill>
                  <a:srgbClr val="3F3F3F"/>
                </a:solidFill>
                <a:latin typeface="Calibri"/>
                <a:ea typeface="Calibri"/>
                <a:cs typeface="Calibri"/>
                <a:sym typeface="Calibri"/>
              </a:rPr>
              <a:t>月</a:t>
            </a:r>
            <a:r>
              <a:rPr lang="en-US" altLang="ja-JP" sz="2700" b="1" dirty="0">
                <a:solidFill>
                  <a:srgbClr val="3F3F3F"/>
                </a:solidFill>
                <a:latin typeface="Calibri"/>
                <a:ea typeface="Calibri"/>
                <a:cs typeface="Calibri"/>
                <a:sym typeface="Calibri"/>
              </a:rPr>
              <a:t>3</a:t>
            </a:r>
            <a:r>
              <a:rPr lang="ja-JP" altLang="en-US" sz="2700" b="1" dirty="0">
                <a:solidFill>
                  <a:srgbClr val="3F3F3F"/>
                </a:solidFill>
                <a:latin typeface="Calibri"/>
                <a:ea typeface="Calibri"/>
                <a:cs typeface="Calibri"/>
                <a:sym typeface="Calibri"/>
              </a:rPr>
              <a:t>泊</a:t>
            </a:r>
            <a:r>
              <a:rPr lang="en-US" altLang="ja-JP" sz="2700" b="1" dirty="0">
                <a:solidFill>
                  <a:srgbClr val="3F3F3F"/>
                </a:solidFill>
                <a:latin typeface="Calibri"/>
                <a:ea typeface="Calibri"/>
                <a:cs typeface="Calibri"/>
                <a:sym typeface="Calibri"/>
              </a:rPr>
              <a:t>4</a:t>
            </a:r>
            <a:r>
              <a:rPr lang="ja-JP" altLang="en-US" sz="2700" b="1" dirty="0">
                <a:solidFill>
                  <a:srgbClr val="3F3F3F"/>
                </a:solidFill>
                <a:latin typeface="Calibri"/>
                <a:ea typeface="Calibri"/>
                <a:cs typeface="Calibri"/>
                <a:sym typeface="Calibri"/>
              </a:rPr>
              <a:t>日</a:t>
            </a:r>
            <a:endParaRPr lang="en-US" altLang="ja-JP" sz="2700" b="1" dirty="0">
              <a:solidFill>
                <a:srgbClr val="3F3F3F"/>
              </a:solidFill>
              <a:latin typeface="Calibri"/>
              <a:ea typeface="Calibri"/>
              <a:cs typeface="Calibri"/>
              <a:sym typeface="Calibri"/>
            </a:endParaRPr>
          </a:p>
          <a:p>
            <a:pPr marL="0" marR="0" lvl="0" indent="0" algn="l" rtl="0">
              <a:lnSpc>
                <a:spcPct val="90000"/>
              </a:lnSpc>
              <a:spcBef>
                <a:spcPts val="0"/>
              </a:spcBef>
              <a:spcAft>
                <a:spcPts val="0"/>
              </a:spcAft>
              <a:buClr>
                <a:srgbClr val="3F3F3F"/>
              </a:buClr>
              <a:buSzPts val="2700"/>
              <a:buFont typeface="Arial"/>
              <a:buNone/>
            </a:pPr>
            <a:r>
              <a:rPr lang="ja-JP" altLang="en-US" sz="2700" b="1" dirty="0">
                <a:solidFill>
                  <a:srgbClr val="3F3F3F"/>
                </a:solidFill>
                <a:latin typeface="Calibri"/>
                <a:ea typeface="Calibri"/>
                <a:cs typeface="Calibri"/>
                <a:sym typeface="Calibri"/>
              </a:rPr>
              <a:t>　</a:t>
            </a:r>
            <a:r>
              <a:rPr lang="en-US" altLang="ja-JP" sz="2700" b="1" dirty="0">
                <a:solidFill>
                  <a:srgbClr val="3F3F3F"/>
                </a:solidFill>
                <a:latin typeface="Calibri"/>
                <a:ea typeface="Calibri"/>
                <a:cs typeface="Calibri"/>
                <a:sym typeface="Calibri"/>
              </a:rPr>
              <a:t>12</a:t>
            </a:r>
            <a:r>
              <a:rPr lang="ja-JP" altLang="en-US" sz="2700" b="1" dirty="0">
                <a:solidFill>
                  <a:srgbClr val="3F3F3F"/>
                </a:solidFill>
                <a:latin typeface="Calibri"/>
                <a:ea typeface="Calibri"/>
                <a:cs typeface="Calibri"/>
                <a:sym typeface="Calibri"/>
              </a:rPr>
              <a:t>月</a:t>
            </a:r>
            <a:r>
              <a:rPr lang="en-US" altLang="ja-JP" sz="2700" b="1" dirty="0">
                <a:solidFill>
                  <a:srgbClr val="3F3F3F"/>
                </a:solidFill>
                <a:latin typeface="Calibri"/>
                <a:ea typeface="Calibri"/>
                <a:cs typeface="Calibri"/>
                <a:sym typeface="Calibri"/>
              </a:rPr>
              <a:t>1</a:t>
            </a:r>
            <a:r>
              <a:rPr lang="ja-JP" altLang="en-US" sz="2700" b="1" dirty="0">
                <a:solidFill>
                  <a:srgbClr val="3F3F3F"/>
                </a:solidFill>
                <a:latin typeface="Calibri"/>
                <a:ea typeface="Calibri"/>
                <a:cs typeface="Calibri"/>
                <a:sym typeface="Calibri"/>
              </a:rPr>
              <a:t>泊</a:t>
            </a:r>
            <a:r>
              <a:rPr lang="en-US" altLang="ja-JP" sz="2700" b="1" dirty="0">
                <a:solidFill>
                  <a:srgbClr val="3F3F3F"/>
                </a:solidFill>
                <a:latin typeface="Calibri"/>
                <a:ea typeface="Calibri"/>
                <a:cs typeface="Calibri"/>
                <a:sym typeface="Calibri"/>
              </a:rPr>
              <a:t>2</a:t>
            </a:r>
            <a:r>
              <a:rPr lang="ja-JP" altLang="en-US" sz="2700" b="1" dirty="0">
                <a:solidFill>
                  <a:srgbClr val="3F3F3F"/>
                </a:solidFill>
                <a:latin typeface="Calibri"/>
                <a:ea typeface="Calibri"/>
                <a:cs typeface="Calibri"/>
                <a:sym typeface="Calibri"/>
              </a:rPr>
              <a:t>日、</a:t>
            </a:r>
            <a:r>
              <a:rPr lang="en-US" altLang="ja-JP" sz="2700" b="1" dirty="0">
                <a:solidFill>
                  <a:srgbClr val="3F3F3F"/>
                </a:solidFill>
                <a:latin typeface="Calibri"/>
                <a:ea typeface="Calibri"/>
                <a:cs typeface="Calibri"/>
                <a:sym typeface="Calibri"/>
              </a:rPr>
              <a:t>2</a:t>
            </a:r>
            <a:r>
              <a:rPr lang="ja-JP" altLang="en-US" sz="2700" b="1" dirty="0">
                <a:solidFill>
                  <a:srgbClr val="3F3F3F"/>
                </a:solidFill>
                <a:latin typeface="Calibri"/>
                <a:ea typeface="Calibri"/>
                <a:cs typeface="Calibri"/>
                <a:sym typeface="Calibri"/>
              </a:rPr>
              <a:t>月</a:t>
            </a:r>
            <a:r>
              <a:rPr lang="en-US" altLang="ja-JP" sz="2700" b="1" dirty="0">
                <a:solidFill>
                  <a:srgbClr val="3F3F3F"/>
                </a:solidFill>
                <a:latin typeface="Calibri"/>
                <a:ea typeface="Calibri"/>
                <a:cs typeface="Calibri"/>
                <a:sym typeface="Calibri"/>
              </a:rPr>
              <a:t>1</a:t>
            </a:r>
            <a:r>
              <a:rPr lang="ja-JP" altLang="en-US" sz="2700" b="1" dirty="0">
                <a:solidFill>
                  <a:srgbClr val="3F3F3F"/>
                </a:solidFill>
                <a:latin typeface="Calibri"/>
                <a:ea typeface="Calibri"/>
                <a:cs typeface="Calibri"/>
                <a:sym typeface="Calibri"/>
              </a:rPr>
              <a:t>泊</a:t>
            </a:r>
            <a:r>
              <a:rPr lang="en-US" altLang="ja-JP" sz="2700" b="1" dirty="0">
                <a:solidFill>
                  <a:srgbClr val="3F3F3F"/>
                </a:solidFill>
                <a:latin typeface="Calibri"/>
                <a:ea typeface="Calibri"/>
                <a:cs typeface="Calibri"/>
                <a:sym typeface="Calibri"/>
              </a:rPr>
              <a:t>2</a:t>
            </a:r>
            <a:r>
              <a:rPr lang="ja-JP" altLang="en-US" sz="2700" b="1" dirty="0">
                <a:solidFill>
                  <a:srgbClr val="3F3F3F"/>
                </a:solidFill>
                <a:latin typeface="Calibri"/>
                <a:ea typeface="Calibri"/>
                <a:cs typeface="Calibri"/>
                <a:sym typeface="Calibri"/>
              </a:rPr>
              <a:t>日　</a:t>
            </a:r>
            <a:r>
              <a:rPr lang="en-US" altLang="ja-JP" sz="2700" b="1" dirty="0">
                <a:solidFill>
                  <a:srgbClr val="3F3F3F"/>
                </a:solidFill>
                <a:latin typeface="Calibri"/>
                <a:ea typeface="Calibri"/>
                <a:cs typeface="Calibri"/>
                <a:sym typeface="Calibri"/>
              </a:rPr>
              <a:t>6</a:t>
            </a:r>
            <a:r>
              <a:rPr lang="ja-JP" altLang="en-US" sz="2700" b="1" dirty="0">
                <a:solidFill>
                  <a:srgbClr val="3F3F3F"/>
                </a:solidFill>
                <a:latin typeface="Calibri"/>
                <a:ea typeface="Calibri"/>
                <a:cs typeface="Calibri"/>
                <a:sym typeface="Calibri"/>
              </a:rPr>
              <a:t>回開催</a:t>
            </a:r>
            <a:endParaRPr sz="2700" b="1">
              <a:solidFill>
                <a:schemeClr val="dk1"/>
              </a:solidFill>
              <a:latin typeface="Calibri"/>
              <a:ea typeface="Calibri"/>
              <a:cs typeface="Calibri"/>
              <a:sym typeface="Calibri"/>
            </a:endParaRPr>
          </a:p>
          <a:p>
            <a:pPr marL="0" marR="0" lvl="0" indent="0" algn="l" rtl="0">
              <a:lnSpc>
                <a:spcPct val="90000"/>
              </a:lnSpc>
              <a:spcBef>
                <a:spcPts val="0"/>
              </a:spcBef>
              <a:spcAft>
                <a:spcPts val="0"/>
              </a:spcAft>
              <a:buClr>
                <a:srgbClr val="3F3F3F"/>
              </a:buClr>
              <a:buSzPts val="2700"/>
              <a:buFont typeface="Arial"/>
              <a:buNone/>
            </a:pPr>
            <a:endParaRPr sz="2700" b="1">
              <a:solidFill>
                <a:schemeClr val="dk1"/>
              </a:solidFill>
              <a:latin typeface="Calibri"/>
              <a:ea typeface="Calibri"/>
              <a:cs typeface="Calibri"/>
              <a:sym typeface="Calibri"/>
            </a:endParaRPr>
          </a:p>
          <a:p>
            <a:pPr marL="0" marR="0" lvl="0" indent="0" algn="l" rtl="0">
              <a:lnSpc>
                <a:spcPct val="90000"/>
              </a:lnSpc>
              <a:spcBef>
                <a:spcPts val="800"/>
              </a:spcBef>
              <a:spcAft>
                <a:spcPts val="0"/>
              </a:spcAft>
              <a:buClr>
                <a:srgbClr val="C00000"/>
              </a:buClr>
              <a:buSzPts val="2700"/>
              <a:buFont typeface="Arial"/>
              <a:buNone/>
            </a:pPr>
            <a:r>
              <a:rPr lang="ja" sz="2700" b="1" i="0" u="none" strike="noStrike" cap="none">
                <a:solidFill>
                  <a:schemeClr val="dk1"/>
                </a:solidFill>
                <a:latin typeface="Calibri"/>
                <a:ea typeface="Calibri"/>
                <a:cs typeface="Calibri"/>
                <a:sym typeface="Calibri"/>
              </a:rPr>
              <a:t>・</a:t>
            </a:r>
            <a:r>
              <a:rPr lang="ja" sz="2700" b="1">
                <a:solidFill>
                  <a:schemeClr val="dk1"/>
                </a:solidFill>
                <a:latin typeface="Calibri"/>
                <a:ea typeface="Calibri"/>
                <a:cs typeface="Calibri"/>
                <a:sym typeface="Calibri"/>
              </a:rPr>
              <a:t>仲間と</a:t>
            </a:r>
            <a:r>
              <a:rPr lang="ja" sz="2700" b="1">
                <a:solidFill>
                  <a:srgbClr val="C00000"/>
                </a:solidFill>
                <a:latin typeface="Calibri"/>
                <a:ea typeface="Calibri"/>
                <a:cs typeface="Calibri"/>
                <a:sym typeface="Calibri"/>
              </a:rPr>
              <a:t>学ぶ、共に成長</a:t>
            </a:r>
            <a:endParaRPr sz="2700" b="1">
              <a:solidFill>
                <a:srgbClr val="C00000"/>
              </a:solidFill>
              <a:latin typeface="Calibri"/>
              <a:ea typeface="Calibri"/>
              <a:cs typeface="Calibri"/>
              <a:sym typeface="Calibri"/>
            </a:endParaRPr>
          </a:p>
          <a:p>
            <a:pPr marL="0" marR="0" lvl="0" indent="0" algn="l" rtl="0">
              <a:lnSpc>
                <a:spcPct val="90000"/>
              </a:lnSpc>
              <a:spcBef>
                <a:spcPts val="800"/>
              </a:spcBef>
              <a:spcAft>
                <a:spcPts val="0"/>
              </a:spcAft>
              <a:buClr>
                <a:srgbClr val="C00000"/>
              </a:buClr>
              <a:buSzPts val="2700"/>
              <a:buFont typeface="Arial"/>
              <a:buNone/>
            </a:pPr>
            <a:r>
              <a:rPr lang="ja" sz="2700" b="1" i="0" u="none" strike="noStrike" cap="none">
                <a:solidFill>
                  <a:schemeClr val="dk1"/>
                </a:solidFill>
                <a:latin typeface="Calibri"/>
                <a:ea typeface="Calibri"/>
                <a:cs typeface="Calibri"/>
                <a:sym typeface="Calibri"/>
              </a:rPr>
              <a:t>（</a:t>
            </a:r>
            <a:r>
              <a:rPr lang="ja" sz="2700" b="1">
                <a:solidFill>
                  <a:schemeClr val="dk1"/>
                </a:solidFill>
                <a:latin typeface="Calibri"/>
                <a:ea typeface="Calibri"/>
                <a:cs typeface="Calibri"/>
                <a:sym typeface="Calibri"/>
              </a:rPr>
              <a:t>助け合い、協力、応援）</a:t>
            </a:r>
            <a:endParaRPr sz="2700" b="1">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pic>
        <p:nvPicPr>
          <p:cNvPr id="269" name="Google Shape;269;p35"/>
          <p:cNvPicPr preferRelativeResize="0"/>
          <p:nvPr/>
        </p:nvPicPr>
        <p:blipFill rotWithShape="1">
          <a:blip r:embed="rId3">
            <a:alphaModFix/>
          </a:blip>
          <a:srcRect/>
          <a:stretch/>
        </p:blipFill>
        <p:spPr>
          <a:xfrm>
            <a:off x="66675" y="0"/>
            <a:ext cx="9077325" cy="5143500"/>
          </a:xfrm>
          <a:prstGeom prst="rect">
            <a:avLst/>
          </a:prstGeom>
          <a:noFill/>
          <a:ln>
            <a:noFill/>
          </a:ln>
        </p:spPr>
      </p:pic>
      <p:sp>
        <p:nvSpPr>
          <p:cNvPr id="270" name="Google Shape;270;p35"/>
          <p:cNvSpPr txBox="1">
            <a:spLocks noGrp="1"/>
          </p:cNvSpPr>
          <p:nvPr>
            <p:ph type="title"/>
          </p:nvPr>
        </p:nvSpPr>
        <p:spPr>
          <a:xfrm>
            <a:off x="888350" y="2129267"/>
            <a:ext cx="3437700" cy="1922100"/>
          </a:xfrm>
          <a:prstGeom prst="rect">
            <a:avLst/>
          </a:prstGeom>
          <a:noFill/>
          <a:ln>
            <a:noFill/>
          </a:ln>
        </p:spPr>
        <p:txBody>
          <a:bodyPr spcFirstLastPara="1" wrap="square" lIns="68575" tIns="34275" rIns="68575" bIns="34275" anchor="t" anchorCtr="0">
            <a:normAutofit fontScale="90000"/>
          </a:bodyPr>
          <a:lstStyle/>
          <a:p>
            <a:pPr marL="0" lvl="0" indent="0" algn="l" rtl="0">
              <a:lnSpc>
                <a:spcPct val="135000"/>
              </a:lnSpc>
              <a:spcBef>
                <a:spcPts val="0"/>
              </a:spcBef>
              <a:spcAft>
                <a:spcPts val="0"/>
              </a:spcAft>
              <a:buSzPts val="1400"/>
              <a:buNone/>
            </a:pPr>
            <a:r>
              <a:rPr lang="ja" sz="2400" b="1">
                <a:solidFill>
                  <a:srgbClr val="3F3F3F"/>
                </a:solidFill>
                <a:latin typeface="Arial"/>
                <a:ea typeface="Arial"/>
                <a:cs typeface="Arial"/>
                <a:sym typeface="Arial"/>
              </a:rPr>
              <a:t>ご成約していただいた方に、成功に導く</a:t>
            </a:r>
            <a:r>
              <a:rPr lang="ja" sz="2400" b="1">
                <a:solidFill>
                  <a:srgbClr val="FF0000"/>
                </a:solidFill>
                <a:latin typeface="Arial"/>
                <a:ea typeface="Arial"/>
                <a:cs typeface="Arial"/>
                <a:sym typeface="Arial"/>
              </a:rPr>
              <a:t>特別限定特典</a:t>
            </a:r>
            <a:r>
              <a:rPr lang="ja" sz="2400" b="1">
                <a:solidFill>
                  <a:srgbClr val="3F3F3F"/>
                </a:solidFill>
                <a:latin typeface="Arial"/>
                <a:ea typeface="Arial"/>
                <a:cs typeface="Arial"/>
                <a:sym typeface="Arial"/>
              </a:rPr>
              <a:t>がついてきます！</a:t>
            </a:r>
            <a:endParaRPr sz="2400" b="1">
              <a:solidFill>
                <a:srgbClr val="3F3F3F"/>
              </a:solidFill>
              <a:latin typeface="Arial"/>
              <a:ea typeface="Arial"/>
              <a:cs typeface="Arial"/>
              <a:sym typeface="Arial"/>
            </a:endParaRPr>
          </a:p>
        </p:txBody>
      </p:sp>
      <p:pic>
        <p:nvPicPr>
          <p:cNvPr id="271" name="Google Shape;271;p35"/>
          <p:cNvPicPr preferRelativeResize="0"/>
          <p:nvPr/>
        </p:nvPicPr>
        <p:blipFill rotWithShape="1">
          <a:blip r:embed="rId4">
            <a:alphaModFix/>
          </a:blip>
          <a:srcRect/>
          <a:stretch/>
        </p:blipFill>
        <p:spPr>
          <a:xfrm>
            <a:off x="4572000" y="2031206"/>
            <a:ext cx="3457122" cy="2306547"/>
          </a:xfrm>
          <a:prstGeom prst="rect">
            <a:avLst/>
          </a:prstGeom>
          <a:noFill/>
          <a:ln>
            <a:noFill/>
          </a:ln>
        </p:spPr>
      </p:pic>
      <p:sp>
        <p:nvSpPr>
          <p:cNvPr id="272" name="Google Shape;272;p35"/>
          <p:cNvSpPr txBox="1"/>
          <p:nvPr/>
        </p:nvSpPr>
        <p:spPr>
          <a:xfrm>
            <a:off x="1304924" y="740664"/>
            <a:ext cx="6507900" cy="5310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None/>
            </a:pPr>
            <a:r>
              <a:rPr lang="ja" sz="3000" b="1" i="0" u="none" strike="noStrike" cap="none">
                <a:solidFill>
                  <a:srgbClr val="3F3F3F"/>
                </a:solidFill>
                <a:latin typeface="Arial"/>
                <a:ea typeface="Arial"/>
                <a:cs typeface="Arial"/>
                <a:sym typeface="Arial"/>
              </a:rPr>
              <a:t>〜　</a:t>
            </a:r>
            <a:r>
              <a:rPr lang="ja" sz="3000" b="1" i="0" u="none" strike="noStrike" cap="none">
                <a:solidFill>
                  <a:srgbClr val="C00000"/>
                </a:solidFill>
                <a:latin typeface="Arial"/>
                <a:ea typeface="Arial"/>
                <a:cs typeface="Arial"/>
                <a:sym typeface="Arial"/>
              </a:rPr>
              <a:t>ご成約特典</a:t>
            </a:r>
            <a:r>
              <a:rPr lang="ja" sz="3000" b="1" i="0" u="none" strike="noStrike" cap="none">
                <a:solidFill>
                  <a:srgbClr val="3F3F3F"/>
                </a:solidFill>
                <a:latin typeface="Arial"/>
                <a:ea typeface="Arial"/>
                <a:cs typeface="Arial"/>
                <a:sym typeface="Arial"/>
              </a:rPr>
              <a:t>のご紹介　〜</a:t>
            </a:r>
            <a:endParaRPr sz="3000" b="1" i="0" u="none" strike="noStrike" cap="none">
              <a:solidFill>
                <a:srgbClr val="3F3F3F"/>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pic>
        <p:nvPicPr>
          <p:cNvPr id="277" name="Google Shape;277;p36"/>
          <p:cNvPicPr preferRelativeResize="0"/>
          <p:nvPr/>
        </p:nvPicPr>
        <p:blipFill rotWithShape="1">
          <a:blip r:embed="rId3">
            <a:alphaModFix/>
          </a:blip>
          <a:srcRect/>
          <a:stretch/>
        </p:blipFill>
        <p:spPr>
          <a:xfrm>
            <a:off x="33337" y="0"/>
            <a:ext cx="9077325" cy="5143500"/>
          </a:xfrm>
          <a:prstGeom prst="rect">
            <a:avLst/>
          </a:prstGeom>
          <a:noFill/>
          <a:ln>
            <a:noFill/>
          </a:ln>
        </p:spPr>
      </p:pic>
      <p:sp>
        <p:nvSpPr>
          <p:cNvPr id="278" name="Google Shape;278;p36"/>
          <p:cNvSpPr txBox="1">
            <a:spLocks noGrp="1"/>
          </p:cNvSpPr>
          <p:nvPr>
            <p:ph type="body" idx="1"/>
          </p:nvPr>
        </p:nvSpPr>
        <p:spPr>
          <a:xfrm>
            <a:off x="774700" y="959994"/>
            <a:ext cx="7886700" cy="10833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800"/>
              </a:spcBef>
              <a:spcAft>
                <a:spcPts val="0"/>
              </a:spcAft>
              <a:buSzPct val="51851"/>
              <a:buNone/>
            </a:pPr>
            <a:r>
              <a:rPr lang="ja" sz="2700" b="1">
                <a:solidFill>
                  <a:srgbClr val="C00000"/>
                </a:solidFill>
              </a:rPr>
              <a:t>フォロー期間無制限　</a:t>
            </a:r>
            <a:endParaRPr sz="2700" b="1">
              <a:solidFill>
                <a:srgbClr val="C00000"/>
              </a:solidFill>
            </a:endParaRPr>
          </a:p>
          <a:p>
            <a:pPr marL="0" lvl="0" indent="0" algn="l" rtl="0">
              <a:lnSpc>
                <a:spcPct val="90000"/>
              </a:lnSpc>
              <a:spcBef>
                <a:spcPts val="800"/>
              </a:spcBef>
              <a:spcAft>
                <a:spcPts val="0"/>
              </a:spcAft>
              <a:buSzPct val="51851"/>
              <a:buNone/>
            </a:pPr>
            <a:r>
              <a:rPr lang="ja" sz="2700" b="1">
                <a:solidFill>
                  <a:srgbClr val="C00000"/>
                </a:solidFill>
              </a:rPr>
              <a:t>＆圃場のリアル見学随時OK無制限</a:t>
            </a:r>
            <a:r>
              <a:rPr lang="ja-JP" altLang="en-US" sz="2700" b="1" dirty="0">
                <a:solidFill>
                  <a:srgbClr val="C00000"/>
                </a:solidFill>
              </a:rPr>
              <a:t>（</a:t>
            </a:r>
            <a:r>
              <a:rPr lang="en-US" altLang="ja-JP" sz="2700" b="1" dirty="0">
                <a:solidFill>
                  <a:srgbClr val="C00000"/>
                </a:solidFill>
              </a:rPr>
              <a:t>50</a:t>
            </a:r>
            <a:r>
              <a:rPr lang="ja-JP" altLang="en-US" sz="2700" b="1" dirty="0">
                <a:solidFill>
                  <a:srgbClr val="C00000"/>
                </a:solidFill>
              </a:rPr>
              <a:t>万～）</a:t>
            </a:r>
            <a:endParaRPr sz="2700" b="1">
              <a:solidFill>
                <a:srgbClr val="C00000"/>
              </a:solidFill>
            </a:endParaRPr>
          </a:p>
          <a:p>
            <a:pPr marL="0" lvl="0" indent="0" algn="l" rtl="0">
              <a:lnSpc>
                <a:spcPct val="90000"/>
              </a:lnSpc>
              <a:spcBef>
                <a:spcPts val="800"/>
              </a:spcBef>
              <a:spcAft>
                <a:spcPts val="0"/>
              </a:spcAft>
              <a:buSzPct val="51851"/>
              <a:buNone/>
            </a:pPr>
            <a:endParaRPr sz="2700" b="1">
              <a:solidFill>
                <a:srgbClr val="C00000"/>
              </a:solidFill>
            </a:endParaRPr>
          </a:p>
        </p:txBody>
      </p:sp>
      <p:sp>
        <p:nvSpPr>
          <p:cNvPr id="279" name="Google Shape;279;p36"/>
          <p:cNvSpPr txBox="1"/>
          <p:nvPr/>
        </p:nvSpPr>
        <p:spPr>
          <a:xfrm>
            <a:off x="914950" y="2111275"/>
            <a:ext cx="4687800" cy="2285211"/>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None/>
            </a:pPr>
            <a:r>
              <a:rPr lang="ja" sz="1800" b="1" i="0" u="none" strike="noStrike" cap="none">
                <a:solidFill>
                  <a:srgbClr val="3F3F3F"/>
                </a:solidFill>
                <a:latin typeface="Arial"/>
                <a:ea typeface="Arial"/>
                <a:cs typeface="Arial"/>
                <a:sym typeface="Arial"/>
              </a:rPr>
              <a:t>成果結果を出す上で本当に大事なことは、</a:t>
            </a:r>
            <a:r>
              <a:rPr lang="ja" sz="1800" b="1">
                <a:solidFill>
                  <a:srgbClr val="3F3F3F"/>
                </a:solidFill>
              </a:rPr>
              <a:t>天給自足</a:t>
            </a:r>
            <a:r>
              <a:rPr lang="ja" sz="1800" b="1" i="0" u="none" strike="noStrike" cap="none">
                <a:solidFill>
                  <a:srgbClr val="3F3F3F"/>
                </a:solidFill>
                <a:latin typeface="Arial"/>
                <a:ea typeface="Arial"/>
                <a:cs typeface="Arial"/>
                <a:sym typeface="Arial"/>
              </a:rPr>
              <a:t>を</a:t>
            </a:r>
            <a:r>
              <a:rPr lang="ja" sz="1800" b="1" dirty="0">
                <a:solidFill>
                  <a:srgbClr val="3F3F3F"/>
                </a:solidFill>
              </a:rPr>
              <a:t>学</a:t>
            </a:r>
            <a:r>
              <a:rPr lang="ja-JP" altLang="en-US" sz="1800" b="1" dirty="0">
                <a:solidFill>
                  <a:srgbClr val="3F3F3F"/>
                </a:solidFill>
              </a:rPr>
              <a:t>び</a:t>
            </a:r>
            <a:r>
              <a:rPr lang="ja" sz="1800" b="1" i="0" u="none" strike="noStrike" cap="none">
                <a:solidFill>
                  <a:srgbClr val="3F3F3F"/>
                </a:solidFill>
                <a:latin typeface="Arial"/>
                <a:ea typeface="Arial"/>
                <a:cs typeface="Arial"/>
                <a:sym typeface="Arial"/>
              </a:rPr>
              <a:t>、現実の生活の中</a:t>
            </a:r>
            <a:r>
              <a:rPr lang="ja" sz="1800" b="1">
                <a:solidFill>
                  <a:srgbClr val="3F3F3F"/>
                </a:solidFill>
              </a:rPr>
              <a:t>に</a:t>
            </a:r>
            <a:r>
              <a:rPr lang="ja" sz="1800" b="1" i="0" u="none" strike="noStrike" cap="none">
                <a:solidFill>
                  <a:srgbClr val="3F3F3F"/>
                </a:solidFill>
                <a:latin typeface="Arial"/>
                <a:ea typeface="Arial"/>
                <a:cs typeface="Arial"/>
                <a:sym typeface="Arial"/>
              </a:rPr>
              <a:t>どれだけ</a:t>
            </a:r>
            <a:r>
              <a:rPr lang="ja" sz="1800" b="1">
                <a:solidFill>
                  <a:srgbClr val="3F3F3F"/>
                </a:solidFill>
              </a:rPr>
              <a:t>落とし込むための</a:t>
            </a:r>
            <a:r>
              <a:rPr lang="ja" sz="1800" b="1" i="0" u="none" strike="noStrike" cap="none">
                <a:solidFill>
                  <a:srgbClr val="3F3F3F"/>
                </a:solidFill>
                <a:latin typeface="Arial"/>
                <a:ea typeface="Arial"/>
                <a:cs typeface="Arial"/>
                <a:sym typeface="Arial"/>
              </a:rPr>
              <a:t>行動がとれるかです。</a:t>
            </a:r>
            <a:endParaRPr sz="1800" b="1" i="0" u="none" strike="noStrike" cap="none">
              <a:solidFill>
                <a:srgbClr val="3F3F3F"/>
              </a:solidFill>
              <a:latin typeface="Arial"/>
              <a:ea typeface="Arial"/>
              <a:cs typeface="Arial"/>
              <a:sym typeface="Arial"/>
            </a:endParaRPr>
          </a:p>
          <a:p>
            <a:pPr marL="0" marR="0" lvl="0" indent="0" algn="l" rtl="0">
              <a:lnSpc>
                <a:spcPct val="100000"/>
              </a:lnSpc>
              <a:spcBef>
                <a:spcPts val="0"/>
              </a:spcBef>
              <a:spcAft>
                <a:spcPts val="0"/>
              </a:spcAft>
              <a:buNone/>
            </a:pPr>
            <a:endParaRPr sz="1800" b="1" i="0" u="none" strike="noStrike" cap="none">
              <a:solidFill>
                <a:srgbClr val="3F3F3F"/>
              </a:solidFill>
              <a:latin typeface="Arial"/>
              <a:ea typeface="Arial"/>
              <a:cs typeface="Arial"/>
              <a:sym typeface="Arial"/>
            </a:endParaRPr>
          </a:p>
          <a:p>
            <a:pPr marL="0" marR="0" lvl="0" indent="0" algn="l" rtl="0">
              <a:lnSpc>
                <a:spcPct val="100000"/>
              </a:lnSpc>
              <a:spcBef>
                <a:spcPts val="0"/>
              </a:spcBef>
              <a:spcAft>
                <a:spcPts val="0"/>
              </a:spcAft>
              <a:buNone/>
            </a:pPr>
            <a:r>
              <a:rPr lang="ja" sz="1800" b="1" i="0" u="none" strike="noStrike" cap="none">
                <a:solidFill>
                  <a:srgbClr val="3F3F3F"/>
                </a:solidFill>
                <a:latin typeface="Arial"/>
                <a:ea typeface="Arial"/>
                <a:cs typeface="Arial"/>
                <a:sym typeface="Arial"/>
              </a:rPr>
              <a:t>そのために、</a:t>
            </a:r>
            <a:r>
              <a:rPr lang="ja" sz="1800" b="1">
                <a:solidFill>
                  <a:srgbClr val="3F3F3F"/>
                </a:solidFill>
              </a:rPr>
              <a:t>塾のサポーを無制限永久フォロー（メッセンジャー＆ライン）でさらにリアル圃場見学随時OK</a:t>
            </a:r>
            <a:r>
              <a:rPr lang="ja" sz="1800" b="1" i="0" u="none" strike="noStrike" cap="none">
                <a:solidFill>
                  <a:srgbClr val="FF0000"/>
                </a:solidFill>
                <a:latin typeface="Arial"/>
                <a:ea typeface="Arial"/>
                <a:cs typeface="Arial"/>
                <a:sym typeface="Arial"/>
              </a:rPr>
              <a:t>メッセージでの相談をいつでも無制限にお受けしています</a:t>
            </a:r>
            <a:endParaRPr/>
          </a:p>
        </p:txBody>
      </p:sp>
      <p:pic>
        <p:nvPicPr>
          <p:cNvPr id="280" name="Google Shape;280;p36"/>
          <p:cNvPicPr preferRelativeResize="0"/>
          <p:nvPr/>
        </p:nvPicPr>
        <p:blipFill rotWithShape="1">
          <a:blip r:embed="rId4">
            <a:alphaModFix/>
          </a:blip>
          <a:srcRect/>
          <a:stretch/>
        </p:blipFill>
        <p:spPr>
          <a:xfrm>
            <a:off x="6032555" y="2250267"/>
            <a:ext cx="2384324" cy="1933239"/>
          </a:xfrm>
          <a:prstGeom prst="rect">
            <a:avLst/>
          </a:prstGeom>
          <a:noFill/>
          <a:ln>
            <a:noFill/>
          </a:ln>
        </p:spPr>
      </p:pic>
      <p:sp>
        <p:nvSpPr>
          <p:cNvPr id="281" name="Google Shape;281;p36"/>
          <p:cNvSpPr txBox="1"/>
          <p:nvPr/>
        </p:nvSpPr>
        <p:spPr>
          <a:xfrm>
            <a:off x="774700" y="255921"/>
            <a:ext cx="7886700" cy="994200"/>
          </a:xfrm>
          <a:prstGeom prst="rect">
            <a:avLst/>
          </a:prstGeom>
          <a:noFill/>
          <a:ln>
            <a:noFill/>
          </a:ln>
        </p:spPr>
        <p:txBody>
          <a:bodyPr spcFirstLastPara="1" wrap="square" lIns="68575" tIns="34275" rIns="68575" bIns="34275" anchor="ctr" anchorCtr="0">
            <a:normAutofit/>
          </a:bodyPr>
          <a:lstStyle/>
          <a:p>
            <a:pPr marL="0" marR="0" lvl="0" indent="0" algn="l" rtl="0">
              <a:lnSpc>
                <a:spcPct val="90000"/>
              </a:lnSpc>
              <a:spcBef>
                <a:spcPts val="0"/>
              </a:spcBef>
              <a:spcAft>
                <a:spcPts val="0"/>
              </a:spcAft>
              <a:buClr>
                <a:srgbClr val="000000"/>
              </a:buClr>
              <a:buSzPts val="3300"/>
              <a:buFont typeface="Arial"/>
              <a:buNone/>
            </a:pPr>
            <a:r>
              <a:rPr lang="ja" sz="3300" b="1" i="0" u="none" strike="noStrike" cap="none">
                <a:solidFill>
                  <a:srgbClr val="F4B081"/>
                </a:solidFill>
                <a:latin typeface="Arial"/>
                <a:ea typeface="Arial"/>
                <a:cs typeface="Arial"/>
                <a:sym typeface="Arial"/>
              </a:rPr>
              <a:t>限定特典１</a:t>
            </a:r>
            <a:endParaRPr sz="3300" b="1" i="0" u="none" strike="noStrike" cap="none">
              <a:solidFill>
                <a:srgbClr val="F4B08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pic>
        <p:nvPicPr>
          <p:cNvPr id="287" name="Google Shape;287;p37"/>
          <p:cNvPicPr preferRelativeResize="0"/>
          <p:nvPr/>
        </p:nvPicPr>
        <p:blipFill rotWithShape="1">
          <a:blip r:embed="rId3">
            <a:alphaModFix/>
          </a:blip>
          <a:srcRect/>
          <a:stretch/>
        </p:blipFill>
        <p:spPr>
          <a:xfrm>
            <a:off x="66675" y="-142875"/>
            <a:ext cx="9077325" cy="5143500"/>
          </a:xfrm>
          <a:prstGeom prst="rect">
            <a:avLst/>
          </a:prstGeom>
          <a:noFill/>
          <a:ln>
            <a:noFill/>
          </a:ln>
        </p:spPr>
      </p:pic>
      <p:sp>
        <p:nvSpPr>
          <p:cNvPr id="288" name="Google Shape;288;p37"/>
          <p:cNvSpPr txBox="1">
            <a:spLocks noGrp="1"/>
          </p:cNvSpPr>
          <p:nvPr>
            <p:ph type="title"/>
          </p:nvPr>
        </p:nvSpPr>
        <p:spPr>
          <a:xfrm>
            <a:off x="885675" y="426759"/>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1400"/>
              <a:buNone/>
            </a:pPr>
            <a:r>
              <a:rPr lang="ja" b="1">
                <a:solidFill>
                  <a:srgbClr val="F4B081"/>
                </a:solidFill>
                <a:latin typeface="Arial"/>
                <a:ea typeface="Arial"/>
                <a:cs typeface="Arial"/>
                <a:sym typeface="Arial"/>
              </a:rPr>
              <a:t>限定特典２</a:t>
            </a:r>
            <a:endParaRPr b="1">
              <a:solidFill>
                <a:srgbClr val="F4B081"/>
              </a:solidFill>
              <a:latin typeface="Arial"/>
              <a:ea typeface="Arial"/>
              <a:cs typeface="Arial"/>
              <a:sym typeface="Arial"/>
            </a:endParaRPr>
          </a:p>
        </p:txBody>
      </p:sp>
      <p:sp>
        <p:nvSpPr>
          <p:cNvPr id="289" name="Google Shape;289;p37"/>
          <p:cNvSpPr txBox="1">
            <a:spLocks noGrp="1"/>
          </p:cNvSpPr>
          <p:nvPr>
            <p:ph type="body" idx="1"/>
          </p:nvPr>
        </p:nvSpPr>
        <p:spPr>
          <a:xfrm>
            <a:off x="885675" y="1095375"/>
            <a:ext cx="7187700" cy="1200139"/>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800"/>
              </a:spcBef>
              <a:spcAft>
                <a:spcPts val="0"/>
              </a:spcAft>
              <a:buSzPct val="51851"/>
              <a:buNone/>
            </a:pPr>
            <a:r>
              <a:rPr lang="ja-JP" altLang="en-US" sz="2400" b="1" dirty="0">
                <a:solidFill>
                  <a:srgbClr val="C00000"/>
                </a:solidFill>
              </a:rPr>
              <a:t>見学（本格スタートする前に）で予備体験がで</a:t>
            </a:r>
          </a:p>
          <a:p>
            <a:pPr marL="0" lvl="0" indent="0" algn="l" rtl="0">
              <a:lnSpc>
                <a:spcPct val="90000"/>
              </a:lnSpc>
              <a:spcBef>
                <a:spcPts val="800"/>
              </a:spcBef>
              <a:spcAft>
                <a:spcPts val="0"/>
              </a:spcAft>
              <a:buSzPct val="51851"/>
              <a:buNone/>
            </a:pPr>
            <a:r>
              <a:rPr lang="ja-JP" altLang="en-US" sz="2400" b="1" dirty="0">
                <a:solidFill>
                  <a:srgbClr val="C00000"/>
                </a:solidFill>
              </a:rPr>
              <a:t>きます。（</a:t>
            </a:r>
            <a:r>
              <a:rPr lang="en-US" altLang="ja-JP" sz="2400" b="1" dirty="0">
                <a:solidFill>
                  <a:srgbClr val="C00000"/>
                </a:solidFill>
              </a:rPr>
              <a:t>50</a:t>
            </a:r>
            <a:r>
              <a:rPr lang="ja-JP" altLang="en-US" sz="2400" b="1" dirty="0">
                <a:solidFill>
                  <a:srgbClr val="C00000"/>
                </a:solidFill>
              </a:rPr>
              <a:t>万円～）</a:t>
            </a:r>
          </a:p>
          <a:p>
            <a:pPr marL="0" lvl="0" indent="0" algn="l" rtl="0">
              <a:lnSpc>
                <a:spcPct val="90000"/>
              </a:lnSpc>
              <a:spcBef>
                <a:spcPts val="800"/>
              </a:spcBef>
              <a:spcAft>
                <a:spcPts val="0"/>
              </a:spcAft>
              <a:buSzPct val="51851"/>
              <a:buNone/>
            </a:pPr>
            <a:r>
              <a:rPr lang="ja-JP" altLang="en-US" sz="2400" b="1" dirty="0">
                <a:solidFill>
                  <a:srgbClr val="C00000"/>
                </a:solidFill>
              </a:rPr>
              <a:t>（本格スタート前に体験）</a:t>
            </a:r>
          </a:p>
        </p:txBody>
      </p:sp>
      <p:sp>
        <p:nvSpPr>
          <p:cNvPr id="290" name="Google Shape;290;p37"/>
          <p:cNvSpPr txBox="1"/>
          <p:nvPr/>
        </p:nvSpPr>
        <p:spPr>
          <a:xfrm>
            <a:off x="596500" y="2548225"/>
            <a:ext cx="4132500" cy="2115934"/>
          </a:xfrm>
          <a:prstGeom prst="rect">
            <a:avLst/>
          </a:prstGeom>
          <a:noFill/>
          <a:ln>
            <a:noFill/>
          </a:ln>
        </p:spPr>
        <p:txBody>
          <a:bodyPr spcFirstLastPara="1" wrap="square" lIns="68575" tIns="34275" rIns="68575" bIns="34275" anchor="t" anchorCtr="0">
            <a:spAutoFit/>
          </a:bodyPr>
          <a:lstStyle/>
          <a:p>
            <a:pPr marL="0" marR="0" lvl="0" indent="0" algn="l" rtl="0">
              <a:lnSpc>
                <a:spcPct val="140000"/>
              </a:lnSpc>
              <a:spcBef>
                <a:spcPts val="0"/>
              </a:spcBef>
              <a:spcAft>
                <a:spcPts val="0"/>
              </a:spcAft>
              <a:buNone/>
            </a:pPr>
            <a:r>
              <a:rPr lang="ja" sz="1900" b="1" i="0" u="none" strike="noStrike" cap="none">
                <a:solidFill>
                  <a:srgbClr val="3F3F3F"/>
                </a:solidFill>
                <a:latin typeface="Arial"/>
                <a:ea typeface="Arial"/>
                <a:cs typeface="Arial"/>
                <a:sym typeface="Arial"/>
              </a:rPr>
              <a:t>開始の前に、</a:t>
            </a:r>
            <a:r>
              <a:rPr lang="ja" sz="1900" b="1">
                <a:solidFill>
                  <a:srgbClr val="FF0000"/>
                </a:solidFill>
              </a:rPr>
              <a:t>予備体験</a:t>
            </a:r>
            <a:r>
              <a:rPr lang="ja" sz="1900" b="1">
                <a:solidFill>
                  <a:srgbClr val="3F3F3F"/>
                </a:solidFill>
              </a:rPr>
              <a:t>が出来ま</a:t>
            </a:r>
            <a:r>
              <a:rPr lang="ja-JP" altLang="en-US" sz="1900" b="1" dirty="0">
                <a:solidFill>
                  <a:srgbClr val="3F3F3F"/>
                </a:solidFill>
              </a:rPr>
              <a:t>す。４</a:t>
            </a:r>
            <a:r>
              <a:rPr lang="ja" sz="1900" b="1" dirty="0">
                <a:solidFill>
                  <a:srgbClr val="3F3F3F"/>
                </a:solidFill>
              </a:rPr>
              <a:t>月</a:t>
            </a:r>
            <a:r>
              <a:rPr lang="ja" sz="1900" b="1">
                <a:solidFill>
                  <a:srgbClr val="3F3F3F"/>
                </a:solidFill>
              </a:rPr>
              <a:t>から</a:t>
            </a:r>
            <a:r>
              <a:rPr lang="ja" sz="1900" b="1" i="0" u="none" strike="noStrike" cap="none">
                <a:solidFill>
                  <a:srgbClr val="3F3F3F"/>
                </a:solidFill>
                <a:latin typeface="Arial"/>
                <a:ea typeface="Arial"/>
                <a:cs typeface="Arial"/>
                <a:sym typeface="Arial"/>
              </a:rPr>
              <a:t>始まる</a:t>
            </a:r>
            <a:r>
              <a:rPr lang="ja" sz="1900" b="1">
                <a:solidFill>
                  <a:srgbClr val="FF0000"/>
                </a:solidFill>
              </a:rPr>
              <a:t>天給自足</a:t>
            </a:r>
            <a:r>
              <a:rPr lang="ja" sz="1900" b="1" i="0" u="none" strike="noStrike" cap="none">
                <a:solidFill>
                  <a:srgbClr val="FF0000"/>
                </a:solidFill>
                <a:latin typeface="Arial"/>
                <a:ea typeface="Arial"/>
                <a:cs typeface="Arial"/>
                <a:sym typeface="Arial"/>
              </a:rPr>
              <a:t>の意図と前提、成果を出すためのポイントを事前に理解しているかどうかで、</a:t>
            </a:r>
            <a:r>
              <a:rPr lang="ja" sz="1900" b="1">
                <a:solidFill>
                  <a:srgbClr val="FF0000"/>
                </a:solidFill>
              </a:rPr>
              <a:t>実践</a:t>
            </a:r>
            <a:r>
              <a:rPr lang="ja" sz="1900" b="1" i="0" u="none" strike="noStrike" cap="none">
                <a:solidFill>
                  <a:srgbClr val="FF0000"/>
                </a:solidFill>
                <a:latin typeface="Arial"/>
                <a:ea typeface="Arial"/>
                <a:cs typeface="Arial"/>
                <a:sym typeface="Arial"/>
              </a:rPr>
              <a:t>の効果が変わります</a:t>
            </a:r>
            <a:r>
              <a:rPr lang="ja" sz="1600" b="1" i="0" u="none" strike="noStrike" cap="none">
                <a:solidFill>
                  <a:srgbClr val="FF0000"/>
                </a:solidFill>
                <a:latin typeface="Arial"/>
                <a:ea typeface="Arial"/>
                <a:cs typeface="Arial"/>
                <a:sym typeface="Arial"/>
              </a:rPr>
              <a:t>。</a:t>
            </a:r>
            <a:endParaRPr sz="1600" b="1" i="0" u="none" strike="noStrike" cap="none">
              <a:solidFill>
                <a:srgbClr val="FF0000"/>
              </a:solidFill>
              <a:latin typeface="Arial"/>
              <a:ea typeface="Arial"/>
              <a:cs typeface="Arial"/>
              <a:sym typeface="Arial"/>
            </a:endParaRPr>
          </a:p>
        </p:txBody>
      </p:sp>
      <p:pic>
        <p:nvPicPr>
          <p:cNvPr id="291" name="Google Shape;291;p37"/>
          <p:cNvPicPr preferRelativeResize="0"/>
          <p:nvPr/>
        </p:nvPicPr>
        <p:blipFill rotWithShape="1">
          <a:blip r:embed="rId4">
            <a:alphaModFix/>
          </a:blip>
          <a:srcRect/>
          <a:stretch/>
        </p:blipFill>
        <p:spPr>
          <a:xfrm>
            <a:off x="4928258" y="2295525"/>
            <a:ext cx="3145109" cy="209837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pic>
        <p:nvPicPr>
          <p:cNvPr id="297" name="Google Shape;297;p38"/>
          <p:cNvPicPr preferRelativeResize="0"/>
          <p:nvPr/>
        </p:nvPicPr>
        <p:blipFill rotWithShape="1">
          <a:blip r:embed="rId3">
            <a:alphaModFix/>
          </a:blip>
          <a:srcRect/>
          <a:stretch/>
        </p:blipFill>
        <p:spPr>
          <a:xfrm>
            <a:off x="349225" y="8637"/>
            <a:ext cx="9077325" cy="5143500"/>
          </a:xfrm>
          <a:prstGeom prst="rect">
            <a:avLst/>
          </a:prstGeom>
          <a:noFill/>
          <a:ln>
            <a:noFill/>
          </a:ln>
        </p:spPr>
      </p:pic>
      <p:sp>
        <p:nvSpPr>
          <p:cNvPr id="298" name="Google Shape;298;p38"/>
          <p:cNvSpPr txBox="1"/>
          <p:nvPr/>
        </p:nvSpPr>
        <p:spPr>
          <a:xfrm>
            <a:off x="742939" y="2188627"/>
            <a:ext cx="5644536" cy="2331377"/>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None/>
            </a:pPr>
            <a:r>
              <a:rPr lang="ja" sz="2100" b="1"/>
              <a:t>発酵食、野草、自然農を学ぶ研究会です。</a:t>
            </a:r>
            <a:endParaRPr sz="21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ja" sz="2100" b="1"/>
              <a:t>グルテンフリーメニュー</a:t>
            </a:r>
            <a:r>
              <a:rPr lang="ja" sz="2100" b="1" i="0" u="none" strike="noStrike" cap="none">
                <a:solidFill>
                  <a:srgbClr val="000000"/>
                </a:solidFill>
                <a:latin typeface="Arial"/>
                <a:ea typeface="Arial"/>
                <a:cs typeface="Arial"/>
                <a:sym typeface="Arial"/>
              </a:rPr>
              <a:t>、</a:t>
            </a:r>
            <a:r>
              <a:rPr lang="ja" sz="2100" b="1" i="0" u="none" strike="noStrike" cap="none">
                <a:solidFill>
                  <a:srgbClr val="FF0000"/>
                </a:solidFill>
                <a:latin typeface="Arial"/>
                <a:ea typeface="Arial"/>
                <a:cs typeface="Arial"/>
                <a:sym typeface="Arial"/>
              </a:rPr>
              <a:t>質問・相談も</a:t>
            </a:r>
            <a:r>
              <a:rPr lang="ja" sz="2100" b="1">
                <a:solidFill>
                  <a:srgbClr val="FF0000"/>
                </a:solidFill>
              </a:rPr>
              <a:t>出来ます。グルテンフリーのフランス菓子作り、ビーガンメニューの研究をします。</a:t>
            </a:r>
            <a:endParaRPr sz="2100" b="1">
              <a:solidFill>
                <a:srgbClr val="FF0000"/>
              </a:solidFill>
            </a:endParaRPr>
          </a:p>
          <a:p>
            <a:pPr marL="0" marR="0" lvl="0" indent="0" algn="l" rtl="0">
              <a:lnSpc>
                <a:spcPct val="100000"/>
              </a:lnSpc>
              <a:spcBef>
                <a:spcPts val="0"/>
              </a:spcBef>
              <a:spcAft>
                <a:spcPts val="0"/>
              </a:spcAft>
              <a:buNone/>
            </a:pPr>
            <a:r>
              <a:rPr lang="ja" sz="2100" b="1">
                <a:solidFill>
                  <a:srgbClr val="FF0000"/>
                </a:solidFill>
              </a:rPr>
              <a:t>参加会員同士の</a:t>
            </a:r>
            <a:r>
              <a:rPr lang="ja" sz="2100" b="1" i="0" u="none" strike="noStrike" cap="none">
                <a:solidFill>
                  <a:srgbClr val="FF0000"/>
                </a:solidFill>
                <a:latin typeface="Arial"/>
                <a:ea typeface="Arial"/>
                <a:cs typeface="Arial"/>
                <a:sym typeface="Arial"/>
              </a:rPr>
              <a:t>繋がり</a:t>
            </a:r>
            <a:r>
              <a:rPr lang="ja" sz="2100" b="1" i="0" u="none" strike="noStrike" cap="none">
                <a:solidFill>
                  <a:srgbClr val="000000"/>
                </a:solidFill>
                <a:latin typeface="Arial"/>
                <a:ea typeface="Arial"/>
                <a:cs typeface="Arial"/>
                <a:sym typeface="Arial"/>
              </a:rPr>
              <a:t>も生まれます</a:t>
            </a:r>
            <a:r>
              <a:rPr lang="ja" sz="2100" b="1"/>
              <a:t>。</a:t>
            </a:r>
            <a:endParaRPr sz="2100" b="1"/>
          </a:p>
          <a:p>
            <a:pPr marL="0" marR="0" lvl="0" indent="0" algn="l" rtl="0">
              <a:lnSpc>
                <a:spcPct val="100000"/>
              </a:lnSpc>
              <a:spcBef>
                <a:spcPts val="0"/>
              </a:spcBef>
              <a:spcAft>
                <a:spcPts val="0"/>
              </a:spcAft>
              <a:buNone/>
            </a:pPr>
            <a:r>
              <a:rPr lang="ja" sz="2100" b="1"/>
              <a:t>安心安全な食を楽しみましょう。</a:t>
            </a:r>
            <a:endParaRPr sz="2100" b="1"/>
          </a:p>
          <a:p>
            <a:pPr marL="0" lvl="0" indent="0" algn="l" rtl="0">
              <a:spcBef>
                <a:spcPts val="0"/>
              </a:spcBef>
              <a:spcAft>
                <a:spcPts val="0"/>
              </a:spcAft>
              <a:buClr>
                <a:schemeClr val="dk1"/>
              </a:buClr>
              <a:buFont typeface="Arial"/>
              <a:buNone/>
            </a:pPr>
            <a:r>
              <a:rPr lang="ja-JP" altLang="en-US" sz="2100" b="1" dirty="0">
                <a:solidFill>
                  <a:srgbClr val="FF0000"/>
                </a:solidFill>
              </a:rPr>
              <a:t>天給自足塾限定グループミーチング随時開催</a:t>
            </a:r>
          </a:p>
        </p:txBody>
      </p:sp>
      <p:sp>
        <p:nvSpPr>
          <p:cNvPr id="299" name="Google Shape;299;p38"/>
          <p:cNvSpPr txBox="1"/>
          <p:nvPr/>
        </p:nvSpPr>
        <p:spPr>
          <a:xfrm>
            <a:off x="1200150" y="433869"/>
            <a:ext cx="2771775" cy="523411"/>
          </a:xfrm>
          <a:prstGeom prst="rect">
            <a:avLst/>
          </a:prstGeom>
          <a:noFill/>
          <a:ln>
            <a:noFill/>
          </a:ln>
        </p:spPr>
        <p:txBody>
          <a:bodyPr spcFirstLastPara="1" wrap="square" lIns="68575" tIns="34275" rIns="68575" bIns="34275" anchor="ctr" anchorCtr="0">
            <a:normAutofit/>
          </a:bodyPr>
          <a:lstStyle/>
          <a:p>
            <a:pPr marL="0" marR="0" lvl="0" indent="0" algn="l" rtl="0">
              <a:lnSpc>
                <a:spcPct val="90000"/>
              </a:lnSpc>
              <a:spcBef>
                <a:spcPts val="0"/>
              </a:spcBef>
              <a:spcAft>
                <a:spcPts val="0"/>
              </a:spcAft>
              <a:buClr>
                <a:srgbClr val="000000"/>
              </a:buClr>
              <a:buSzPts val="3300"/>
              <a:buFont typeface="Arial"/>
              <a:buNone/>
            </a:pPr>
            <a:r>
              <a:rPr lang="ja" sz="3300" b="1" i="0" u="none" strike="noStrike" cap="none">
                <a:solidFill>
                  <a:srgbClr val="F4B081"/>
                </a:solidFill>
                <a:latin typeface="Arial"/>
                <a:ea typeface="Arial"/>
                <a:cs typeface="Arial"/>
                <a:sym typeface="Arial"/>
              </a:rPr>
              <a:t>限定特典３</a:t>
            </a:r>
            <a:endParaRPr sz="3300" b="1" i="0" u="none" strike="noStrike" cap="none">
              <a:solidFill>
                <a:srgbClr val="F4B081"/>
              </a:solidFill>
              <a:latin typeface="Arial"/>
              <a:ea typeface="Arial"/>
              <a:cs typeface="Arial"/>
              <a:sym typeface="Arial"/>
            </a:endParaRPr>
          </a:p>
        </p:txBody>
      </p:sp>
      <p:sp>
        <p:nvSpPr>
          <p:cNvPr id="300" name="Google Shape;300;p38"/>
          <p:cNvSpPr txBox="1"/>
          <p:nvPr/>
        </p:nvSpPr>
        <p:spPr>
          <a:xfrm>
            <a:off x="644163" y="733425"/>
            <a:ext cx="5381700" cy="1335952"/>
          </a:xfrm>
          <a:prstGeom prst="rect">
            <a:avLst/>
          </a:prstGeom>
          <a:noFill/>
          <a:ln>
            <a:noFill/>
          </a:ln>
        </p:spPr>
        <p:txBody>
          <a:bodyPr spcFirstLastPara="1" wrap="square" lIns="68575" tIns="34275" rIns="68575" bIns="34275" anchor="t" anchorCtr="0">
            <a:normAutofit fontScale="25000" lnSpcReduction="20000"/>
          </a:bodyPr>
          <a:lstStyle/>
          <a:p>
            <a:pPr marL="0" marR="0" lvl="0" indent="0" algn="l" rtl="0">
              <a:lnSpc>
                <a:spcPct val="118333"/>
              </a:lnSpc>
              <a:spcBef>
                <a:spcPts val="0"/>
              </a:spcBef>
              <a:spcAft>
                <a:spcPts val="0"/>
              </a:spcAft>
              <a:buClr>
                <a:srgbClr val="000000"/>
              </a:buClr>
              <a:buSzPct val="100000"/>
              <a:buFont typeface="Arial"/>
              <a:buNone/>
            </a:pPr>
            <a:endParaRPr sz="2700" b="1" i="0" u="none" strike="noStrike" cap="none" dirty="0">
              <a:solidFill>
                <a:srgbClr val="C00000"/>
              </a:solidFill>
              <a:latin typeface="Arial"/>
              <a:ea typeface="Arial"/>
              <a:cs typeface="Arial"/>
              <a:sym typeface="Arial"/>
            </a:endParaRPr>
          </a:p>
          <a:p>
            <a:pPr marL="0" marR="0" lvl="0" indent="0" algn="l" rtl="0">
              <a:lnSpc>
                <a:spcPct val="118333"/>
              </a:lnSpc>
              <a:spcBef>
                <a:spcPts val="800"/>
              </a:spcBef>
              <a:spcAft>
                <a:spcPts val="0"/>
              </a:spcAft>
              <a:buClr>
                <a:srgbClr val="000000"/>
              </a:buClr>
              <a:buSzPct val="54217"/>
              <a:buFont typeface="Arial"/>
              <a:buNone/>
            </a:pPr>
            <a:r>
              <a:rPr lang="ja" sz="4979" b="1" dirty="0">
                <a:solidFill>
                  <a:srgbClr val="C00000"/>
                </a:solidFill>
              </a:rPr>
              <a:t>　</a:t>
            </a:r>
            <a:r>
              <a:rPr lang="ja-JP" altLang="en-US" sz="8702" b="1" dirty="0">
                <a:solidFill>
                  <a:srgbClr val="C00000"/>
                </a:solidFill>
              </a:rPr>
              <a:t>醗酵</a:t>
            </a:r>
            <a:r>
              <a:rPr lang="ja" sz="8702" b="1" dirty="0">
                <a:solidFill>
                  <a:srgbClr val="C00000"/>
                </a:solidFill>
              </a:rPr>
              <a:t>食、野草健康</a:t>
            </a:r>
            <a:r>
              <a:rPr lang="ja-JP" altLang="en-US" sz="8702" dirty="0">
                <a:solidFill>
                  <a:srgbClr val="C00000"/>
                </a:solidFill>
              </a:rPr>
              <a:t>食、天給自足研究会</a:t>
            </a:r>
          </a:p>
          <a:p>
            <a:pPr marL="0" marR="0" lvl="0" indent="0" algn="l" rtl="0">
              <a:lnSpc>
                <a:spcPct val="118333"/>
              </a:lnSpc>
              <a:spcBef>
                <a:spcPts val="800"/>
              </a:spcBef>
              <a:spcAft>
                <a:spcPts val="0"/>
              </a:spcAft>
              <a:buClr>
                <a:srgbClr val="000000"/>
              </a:buClr>
              <a:buSzPct val="31023"/>
              <a:buFont typeface="Arial"/>
              <a:buNone/>
            </a:pPr>
            <a:r>
              <a:rPr lang="ja-JP" altLang="en-US" sz="8702" dirty="0">
                <a:solidFill>
                  <a:srgbClr val="C00000"/>
                </a:solidFill>
              </a:rPr>
              <a:t>（</a:t>
            </a:r>
            <a:r>
              <a:rPr lang="en-US" altLang="ja-JP" sz="8702" dirty="0">
                <a:solidFill>
                  <a:srgbClr val="C00000"/>
                </a:solidFill>
              </a:rPr>
              <a:t>Facebook</a:t>
            </a:r>
            <a:r>
              <a:rPr lang="ja-JP" altLang="en-US" sz="8702" dirty="0">
                <a:solidFill>
                  <a:srgbClr val="C00000"/>
                </a:solidFill>
              </a:rPr>
              <a:t>グループ</a:t>
            </a:r>
            <a:r>
              <a:rPr lang="ja" sz="8702" b="1" dirty="0">
                <a:solidFill>
                  <a:srgbClr val="C00000"/>
                </a:solidFill>
              </a:rPr>
              <a:t>）に参加できます。</a:t>
            </a:r>
            <a:endParaRPr lang="ja-JP" altLang="en-US" sz="8702" b="1" dirty="0">
              <a:solidFill>
                <a:srgbClr val="C00000"/>
              </a:solidFill>
            </a:endParaRPr>
          </a:p>
          <a:p>
            <a:pPr marL="0" marR="0" lvl="0" indent="0" algn="l" rtl="0">
              <a:lnSpc>
                <a:spcPct val="118333"/>
              </a:lnSpc>
              <a:spcBef>
                <a:spcPts val="800"/>
              </a:spcBef>
              <a:spcAft>
                <a:spcPts val="0"/>
              </a:spcAft>
              <a:buClr>
                <a:srgbClr val="000000"/>
              </a:buClr>
              <a:buSzPct val="31023"/>
              <a:buFont typeface="Arial"/>
              <a:buNone/>
            </a:pPr>
            <a:r>
              <a:rPr lang="ja-JP" altLang="en-US" sz="8702" b="1" dirty="0">
                <a:solidFill>
                  <a:srgbClr val="C00000"/>
                </a:solidFill>
              </a:rPr>
              <a:t>（</a:t>
            </a:r>
            <a:r>
              <a:rPr lang="en-US" altLang="ja-JP" sz="8702" b="1" dirty="0">
                <a:solidFill>
                  <a:srgbClr val="C00000"/>
                </a:solidFill>
              </a:rPr>
              <a:t>10</a:t>
            </a:r>
            <a:r>
              <a:rPr lang="ja-JP" altLang="en-US" sz="8702" b="1" dirty="0">
                <a:solidFill>
                  <a:srgbClr val="C00000"/>
                </a:solidFill>
              </a:rPr>
              <a:t>万円～）</a:t>
            </a:r>
          </a:p>
          <a:p>
            <a:pPr marL="0" marR="0" lvl="0" indent="0" algn="l" rtl="0">
              <a:lnSpc>
                <a:spcPct val="118333"/>
              </a:lnSpc>
              <a:spcBef>
                <a:spcPts val="800"/>
              </a:spcBef>
              <a:spcAft>
                <a:spcPts val="0"/>
              </a:spcAft>
              <a:buClr>
                <a:srgbClr val="000000"/>
              </a:buClr>
              <a:buSzPct val="31023"/>
              <a:buFont typeface="Arial"/>
              <a:buNone/>
            </a:pPr>
            <a:endParaRPr lang="ja-JP" altLang="en-US" sz="8702" b="1" dirty="0">
              <a:solidFill>
                <a:srgbClr val="C00000"/>
              </a:solidFill>
            </a:endParaRPr>
          </a:p>
          <a:p>
            <a:pPr marL="0" marR="0" lvl="0" indent="0" algn="l" rtl="0">
              <a:lnSpc>
                <a:spcPct val="118333"/>
              </a:lnSpc>
              <a:spcBef>
                <a:spcPts val="800"/>
              </a:spcBef>
              <a:spcAft>
                <a:spcPts val="0"/>
              </a:spcAft>
              <a:buClr>
                <a:srgbClr val="000000"/>
              </a:buClr>
              <a:buSzPct val="31023"/>
              <a:buFont typeface="Arial"/>
              <a:buNone/>
            </a:pPr>
            <a:endParaRPr lang="ja-JP" altLang="en-US" sz="8702" b="1" dirty="0">
              <a:solidFill>
                <a:srgbClr val="C00000"/>
              </a:solidFill>
            </a:endParaRPr>
          </a:p>
          <a:p>
            <a:pPr marL="0" marR="0" lvl="0" indent="0" algn="l" rtl="0">
              <a:lnSpc>
                <a:spcPct val="118333"/>
              </a:lnSpc>
              <a:spcBef>
                <a:spcPts val="800"/>
              </a:spcBef>
              <a:spcAft>
                <a:spcPts val="0"/>
              </a:spcAft>
              <a:buClr>
                <a:srgbClr val="000000"/>
              </a:buClr>
              <a:buSzPct val="100000"/>
              <a:buFont typeface="Arial"/>
              <a:buNone/>
            </a:pPr>
            <a:endParaRPr sz="2700" b="1" i="0" u="none" strike="noStrike" cap="none" dirty="0">
              <a:solidFill>
                <a:srgbClr val="C00000"/>
              </a:solidFill>
              <a:latin typeface="Arial"/>
              <a:ea typeface="Arial"/>
              <a:cs typeface="Arial"/>
              <a:sym typeface="Arial"/>
            </a:endParaRPr>
          </a:p>
        </p:txBody>
      </p:sp>
      <p:sp>
        <p:nvSpPr>
          <p:cNvPr id="301" name="Google Shape;301;p38"/>
          <p:cNvSpPr txBox="1"/>
          <p:nvPr/>
        </p:nvSpPr>
        <p:spPr>
          <a:xfrm>
            <a:off x="4682613" y="-110613"/>
            <a:ext cx="138600" cy="238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None/>
            </a:pPr>
            <a:endParaRPr sz="1100" b="0" i="0" u="none" strike="noStrike" cap="none">
              <a:solidFill>
                <a:srgbClr val="000000"/>
              </a:solidFill>
              <a:latin typeface="Arial"/>
              <a:ea typeface="Arial"/>
              <a:cs typeface="Arial"/>
              <a:sym typeface="Arial"/>
            </a:endParaRPr>
          </a:p>
        </p:txBody>
      </p:sp>
      <p:pic>
        <p:nvPicPr>
          <p:cNvPr id="302" name="Google Shape;302;p38" title="IMG_9510.JPG"/>
          <p:cNvPicPr preferRelativeResize="0"/>
          <p:nvPr/>
        </p:nvPicPr>
        <p:blipFill>
          <a:blip r:embed="rId4">
            <a:alphaModFix/>
          </a:blip>
          <a:stretch>
            <a:fillRect/>
          </a:stretch>
        </p:blipFill>
        <p:spPr>
          <a:xfrm>
            <a:off x="6387475" y="3545575"/>
            <a:ext cx="2125373" cy="1245874"/>
          </a:xfrm>
          <a:prstGeom prst="rect">
            <a:avLst/>
          </a:prstGeom>
          <a:noFill/>
          <a:ln>
            <a:noFill/>
          </a:ln>
        </p:spPr>
      </p:pic>
      <p:pic>
        <p:nvPicPr>
          <p:cNvPr id="303" name="Google Shape;303;p38" title="IMG_9482.JPG"/>
          <p:cNvPicPr preferRelativeResize="0"/>
          <p:nvPr/>
        </p:nvPicPr>
        <p:blipFill>
          <a:blip r:embed="rId5">
            <a:alphaModFix/>
          </a:blip>
          <a:stretch>
            <a:fillRect/>
          </a:stretch>
        </p:blipFill>
        <p:spPr>
          <a:xfrm>
            <a:off x="6387475" y="433875"/>
            <a:ext cx="2125375" cy="1466225"/>
          </a:xfrm>
          <a:prstGeom prst="rect">
            <a:avLst/>
          </a:prstGeom>
          <a:noFill/>
          <a:ln>
            <a:noFill/>
          </a:ln>
        </p:spPr>
      </p:pic>
      <p:pic>
        <p:nvPicPr>
          <p:cNvPr id="304" name="Google Shape;304;p38" title="IMG_9461.JPG"/>
          <p:cNvPicPr preferRelativeResize="0"/>
          <p:nvPr/>
        </p:nvPicPr>
        <p:blipFill>
          <a:blip r:embed="rId6">
            <a:alphaModFix/>
          </a:blip>
          <a:stretch>
            <a:fillRect/>
          </a:stretch>
        </p:blipFill>
        <p:spPr>
          <a:xfrm>
            <a:off x="6387475" y="2012275"/>
            <a:ext cx="2125373" cy="146684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pic>
        <p:nvPicPr>
          <p:cNvPr id="310" name="Google Shape;310;p39"/>
          <p:cNvPicPr preferRelativeResize="0"/>
          <p:nvPr/>
        </p:nvPicPr>
        <p:blipFill rotWithShape="1">
          <a:blip r:embed="rId3">
            <a:alphaModFix/>
          </a:blip>
          <a:srcRect/>
          <a:stretch/>
        </p:blipFill>
        <p:spPr>
          <a:xfrm>
            <a:off x="241025" y="62250"/>
            <a:ext cx="9077325" cy="5143500"/>
          </a:xfrm>
          <a:prstGeom prst="rect">
            <a:avLst/>
          </a:prstGeom>
          <a:noFill/>
          <a:ln>
            <a:noFill/>
          </a:ln>
        </p:spPr>
      </p:pic>
      <p:sp>
        <p:nvSpPr>
          <p:cNvPr id="311" name="Google Shape;311;p39"/>
          <p:cNvSpPr txBox="1">
            <a:spLocks noGrp="1"/>
          </p:cNvSpPr>
          <p:nvPr>
            <p:ph type="title"/>
          </p:nvPr>
        </p:nvSpPr>
        <p:spPr>
          <a:xfrm>
            <a:off x="1260350" y="366150"/>
            <a:ext cx="2752200" cy="5850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1400"/>
              <a:buNone/>
            </a:pPr>
            <a:r>
              <a:rPr lang="ja" b="1">
                <a:solidFill>
                  <a:srgbClr val="F4B081"/>
                </a:solidFill>
                <a:latin typeface="Arial"/>
                <a:ea typeface="Arial"/>
                <a:cs typeface="Arial"/>
                <a:sym typeface="Arial"/>
              </a:rPr>
              <a:t>限定特典４</a:t>
            </a:r>
            <a:endParaRPr b="1">
              <a:solidFill>
                <a:srgbClr val="F4B081"/>
              </a:solidFill>
              <a:latin typeface="Arial"/>
              <a:ea typeface="Arial"/>
              <a:cs typeface="Arial"/>
              <a:sym typeface="Arial"/>
            </a:endParaRPr>
          </a:p>
        </p:txBody>
      </p:sp>
      <p:sp>
        <p:nvSpPr>
          <p:cNvPr id="312" name="Google Shape;312;p39"/>
          <p:cNvSpPr txBox="1"/>
          <p:nvPr/>
        </p:nvSpPr>
        <p:spPr>
          <a:xfrm>
            <a:off x="886725" y="2737450"/>
            <a:ext cx="5255700" cy="2008212"/>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None/>
            </a:pPr>
            <a:r>
              <a:rPr lang="ja-JP" altLang="en-US" sz="1800" b="1" dirty="0">
                <a:solidFill>
                  <a:srgbClr val="3F3F3F"/>
                </a:solidFill>
              </a:rPr>
              <a:t>わたしが</a:t>
            </a:r>
            <a:r>
              <a:rPr lang="en-US" altLang="ja-JP" sz="1800" b="1" i="0" u="none" strike="noStrike" cap="none" dirty="0">
                <a:solidFill>
                  <a:srgbClr val="3F3F3F"/>
                </a:solidFill>
                <a:latin typeface="Arial"/>
                <a:ea typeface="Arial"/>
                <a:cs typeface="Arial"/>
                <a:sym typeface="Arial"/>
              </a:rPr>
              <a:t>50</a:t>
            </a:r>
            <a:r>
              <a:rPr lang="ja" sz="1800" b="1" dirty="0">
                <a:solidFill>
                  <a:srgbClr val="3F3F3F"/>
                </a:solidFill>
              </a:rPr>
              <a:t>年間</a:t>
            </a:r>
            <a:r>
              <a:rPr lang="ja" sz="1800" b="1" i="0" u="none" strike="noStrike" cap="none">
                <a:solidFill>
                  <a:srgbClr val="3F3F3F"/>
                </a:solidFill>
                <a:latin typeface="Arial"/>
                <a:ea typeface="Arial"/>
                <a:cs typeface="Arial"/>
                <a:sym typeface="Arial"/>
              </a:rPr>
              <a:t>習得した</a:t>
            </a:r>
            <a:r>
              <a:rPr lang="ja" sz="1800" b="1">
                <a:solidFill>
                  <a:srgbClr val="3F3F3F"/>
                </a:solidFill>
              </a:rPr>
              <a:t>フランス菓子基本生地動画</a:t>
            </a:r>
            <a:r>
              <a:rPr lang="ja" sz="1800" b="1" i="0" u="none" strike="noStrike" cap="none">
                <a:solidFill>
                  <a:srgbClr val="3F3F3F"/>
                </a:solidFill>
                <a:latin typeface="Arial"/>
                <a:ea typeface="Arial"/>
                <a:cs typeface="Arial"/>
                <a:sym typeface="Arial"/>
              </a:rPr>
              <a:t>をプレゼントします！</a:t>
            </a:r>
            <a:endParaRPr sz="1800" b="1" i="0" u="none" strike="noStrike" cap="none">
              <a:solidFill>
                <a:srgbClr val="3F3F3F"/>
              </a:solidFill>
              <a:latin typeface="Arial"/>
              <a:ea typeface="Arial"/>
              <a:cs typeface="Arial"/>
              <a:sym typeface="Arial"/>
            </a:endParaRPr>
          </a:p>
          <a:p>
            <a:pPr marL="0" marR="0" lvl="0" indent="0" algn="l" rtl="0">
              <a:lnSpc>
                <a:spcPct val="100000"/>
              </a:lnSpc>
              <a:spcBef>
                <a:spcPts val="0"/>
              </a:spcBef>
              <a:spcAft>
                <a:spcPts val="0"/>
              </a:spcAft>
              <a:buNone/>
            </a:pPr>
            <a:r>
              <a:rPr lang="ja" sz="1800" b="1">
                <a:solidFill>
                  <a:srgbClr val="FF0000"/>
                </a:solidFill>
              </a:rPr>
              <a:t>フランス菓子の基本を応用して、グルテンフリーやビーガンのメニュー作りができます。基本を学ぶことで</a:t>
            </a:r>
            <a:r>
              <a:rPr lang="ja" sz="1800" b="1" i="0" u="none" strike="noStrike" cap="none">
                <a:solidFill>
                  <a:srgbClr val="3F3F3F"/>
                </a:solidFill>
                <a:latin typeface="Arial"/>
                <a:ea typeface="Arial"/>
                <a:cs typeface="Arial"/>
                <a:sym typeface="Arial"/>
              </a:rPr>
              <a:t>ゼロスタートの方でも非常に高い再現性</a:t>
            </a:r>
            <a:r>
              <a:rPr lang="ja" sz="1800" b="1">
                <a:solidFill>
                  <a:srgbClr val="3F3F3F"/>
                </a:solidFill>
              </a:rPr>
              <a:t>でオリジナルメニューが作りが出来るようになります。</a:t>
            </a:r>
            <a:endParaRPr b="1" i="0" u="none" strike="noStrike" cap="none">
              <a:solidFill>
                <a:srgbClr val="3F3F3F"/>
              </a:solidFill>
              <a:latin typeface="Arial"/>
              <a:ea typeface="Arial"/>
              <a:cs typeface="Arial"/>
              <a:sym typeface="Arial"/>
            </a:endParaRPr>
          </a:p>
        </p:txBody>
      </p:sp>
      <p:sp>
        <p:nvSpPr>
          <p:cNvPr id="313" name="Google Shape;313;p39"/>
          <p:cNvSpPr txBox="1"/>
          <p:nvPr/>
        </p:nvSpPr>
        <p:spPr>
          <a:xfrm>
            <a:off x="749350" y="951178"/>
            <a:ext cx="4953300" cy="1620600"/>
          </a:xfrm>
          <a:prstGeom prst="rect">
            <a:avLst/>
          </a:prstGeom>
          <a:noFill/>
          <a:ln>
            <a:noFill/>
          </a:ln>
        </p:spPr>
        <p:txBody>
          <a:bodyPr spcFirstLastPara="1" wrap="square" lIns="68575" tIns="34275" rIns="68575" bIns="34275" anchor="t" anchorCtr="0">
            <a:normAutofit fontScale="92500" lnSpcReduction="20000"/>
          </a:bodyPr>
          <a:lstStyle/>
          <a:p>
            <a:pPr marL="0" marR="0" lvl="0" indent="0" algn="l" rtl="0">
              <a:lnSpc>
                <a:spcPct val="118333"/>
              </a:lnSpc>
              <a:spcBef>
                <a:spcPts val="0"/>
              </a:spcBef>
              <a:spcAft>
                <a:spcPts val="0"/>
              </a:spcAft>
              <a:buClr>
                <a:srgbClr val="000000"/>
              </a:buClr>
              <a:buSzPts val="2700"/>
              <a:buFont typeface="Arial"/>
              <a:buNone/>
            </a:pPr>
            <a:r>
              <a:rPr lang="ja" sz="2700" b="1">
                <a:solidFill>
                  <a:srgbClr val="C00000"/>
                </a:solidFill>
              </a:rPr>
              <a:t>お米、玄米粉のフランス菓子作りのベー</a:t>
            </a:r>
            <a:r>
              <a:rPr lang="ja-JP" altLang="en-US" sz="2700" b="1" dirty="0">
                <a:solidFill>
                  <a:srgbClr val="C00000"/>
                </a:solidFill>
              </a:rPr>
              <a:t>スとなる</a:t>
            </a:r>
            <a:r>
              <a:rPr lang="ja" sz="2700" b="1">
                <a:solidFill>
                  <a:srgbClr val="C00000"/>
                </a:solidFill>
              </a:rPr>
              <a:t>フランス菓子基礎</a:t>
            </a:r>
            <a:r>
              <a:rPr lang="ja" sz="2700" b="1" i="0" u="none" strike="noStrike" cap="none">
                <a:solidFill>
                  <a:srgbClr val="C00000"/>
                </a:solidFill>
                <a:latin typeface="Arial"/>
                <a:ea typeface="Arial"/>
                <a:cs typeface="Arial"/>
                <a:sym typeface="Arial"/>
              </a:rPr>
              <a:t>解説動画プレゼント！</a:t>
            </a:r>
            <a:endParaRPr lang="en-US" altLang="ja" sz="2700" b="1" i="0" u="none" strike="noStrike" cap="none" dirty="0">
              <a:solidFill>
                <a:srgbClr val="C00000"/>
              </a:solidFill>
              <a:latin typeface="Arial"/>
              <a:ea typeface="Arial"/>
              <a:cs typeface="Arial"/>
              <a:sym typeface="Arial"/>
            </a:endParaRPr>
          </a:p>
          <a:p>
            <a:pPr marL="0" marR="0" lvl="0" indent="0" algn="l" rtl="0">
              <a:lnSpc>
                <a:spcPct val="118333"/>
              </a:lnSpc>
              <a:spcBef>
                <a:spcPts val="0"/>
              </a:spcBef>
              <a:spcAft>
                <a:spcPts val="0"/>
              </a:spcAft>
              <a:buClr>
                <a:srgbClr val="000000"/>
              </a:buClr>
              <a:buSzPts val="2700"/>
              <a:buFont typeface="Arial"/>
              <a:buNone/>
            </a:pPr>
            <a:r>
              <a:rPr lang="ja-JP" altLang="en-US" sz="2700" b="1" i="0" u="none" strike="noStrike" cap="none" dirty="0">
                <a:solidFill>
                  <a:srgbClr val="C00000"/>
                </a:solidFill>
                <a:latin typeface="Arial"/>
                <a:ea typeface="Arial"/>
                <a:cs typeface="Arial"/>
                <a:sym typeface="Arial"/>
              </a:rPr>
              <a:t>（</a:t>
            </a:r>
            <a:r>
              <a:rPr lang="en-US" altLang="ja-JP" sz="2700" b="1" i="0" u="none" strike="noStrike" cap="none" dirty="0">
                <a:solidFill>
                  <a:srgbClr val="C00000"/>
                </a:solidFill>
                <a:latin typeface="Arial"/>
                <a:ea typeface="Arial"/>
                <a:cs typeface="Arial"/>
                <a:sym typeface="Arial"/>
              </a:rPr>
              <a:t>10</a:t>
            </a:r>
            <a:r>
              <a:rPr lang="ja-JP" altLang="en-US" sz="2700" b="1" i="0" u="none" strike="noStrike" cap="none" dirty="0">
                <a:solidFill>
                  <a:srgbClr val="C00000"/>
                </a:solidFill>
                <a:latin typeface="Arial"/>
                <a:ea typeface="Arial"/>
                <a:cs typeface="Arial"/>
                <a:sym typeface="Arial"/>
              </a:rPr>
              <a:t>万円～）</a:t>
            </a:r>
            <a:endParaRPr sz="2700" b="1" i="0" u="none" strike="noStrike" cap="none">
              <a:solidFill>
                <a:srgbClr val="C00000"/>
              </a:solidFill>
              <a:latin typeface="Arial"/>
              <a:ea typeface="Arial"/>
              <a:cs typeface="Arial"/>
              <a:sym typeface="Arial"/>
            </a:endParaRPr>
          </a:p>
        </p:txBody>
      </p:sp>
      <p:pic>
        <p:nvPicPr>
          <p:cNvPr id="314" name="Google Shape;314;p39"/>
          <p:cNvPicPr preferRelativeResize="0"/>
          <p:nvPr/>
        </p:nvPicPr>
        <p:blipFill>
          <a:blip r:embed="rId4">
            <a:alphaModFix/>
          </a:blip>
          <a:stretch>
            <a:fillRect/>
          </a:stretch>
        </p:blipFill>
        <p:spPr>
          <a:xfrm>
            <a:off x="6358900" y="658650"/>
            <a:ext cx="1842525" cy="1207868"/>
          </a:xfrm>
          <a:prstGeom prst="rect">
            <a:avLst/>
          </a:prstGeom>
          <a:noFill/>
          <a:ln>
            <a:noFill/>
          </a:ln>
        </p:spPr>
      </p:pic>
      <p:pic>
        <p:nvPicPr>
          <p:cNvPr id="315" name="Google Shape;315;p39"/>
          <p:cNvPicPr preferRelativeResize="0"/>
          <p:nvPr/>
        </p:nvPicPr>
        <p:blipFill>
          <a:blip r:embed="rId5">
            <a:alphaModFix/>
          </a:blip>
          <a:stretch>
            <a:fillRect/>
          </a:stretch>
        </p:blipFill>
        <p:spPr>
          <a:xfrm>
            <a:off x="6358900" y="1939925"/>
            <a:ext cx="2147334" cy="1207875"/>
          </a:xfrm>
          <a:prstGeom prst="rect">
            <a:avLst/>
          </a:prstGeom>
          <a:noFill/>
          <a:ln>
            <a:noFill/>
          </a:ln>
        </p:spPr>
      </p:pic>
      <p:pic>
        <p:nvPicPr>
          <p:cNvPr id="316" name="Google Shape;316;p39"/>
          <p:cNvPicPr preferRelativeResize="0"/>
          <p:nvPr/>
        </p:nvPicPr>
        <p:blipFill>
          <a:blip r:embed="rId6">
            <a:alphaModFix/>
          </a:blip>
          <a:stretch>
            <a:fillRect/>
          </a:stretch>
        </p:blipFill>
        <p:spPr>
          <a:xfrm>
            <a:off x="6358900" y="3370175"/>
            <a:ext cx="2147325" cy="12078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pic>
        <p:nvPicPr>
          <p:cNvPr id="322" name="Google Shape;322;p40"/>
          <p:cNvPicPr preferRelativeResize="0"/>
          <p:nvPr/>
        </p:nvPicPr>
        <p:blipFill rotWithShape="1">
          <a:blip r:embed="rId3">
            <a:alphaModFix/>
          </a:blip>
          <a:srcRect/>
          <a:stretch/>
        </p:blipFill>
        <p:spPr>
          <a:xfrm>
            <a:off x="375275" y="68575"/>
            <a:ext cx="9077325" cy="5143500"/>
          </a:xfrm>
          <a:prstGeom prst="rect">
            <a:avLst/>
          </a:prstGeom>
          <a:noFill/>
          <a:ln>
            <a:noFill/>
          </a:ln>
        </p:spPr>
      </p:pic>
      <p:sp>
        <p:nvSpPr>
          <p:cNvPr id="323" name="Google Shape;323;p40"/>
          <p:cNvSpPr txBox="1"/>
          <p:nvPr/>
        </p:nvSpPr>
        <p:spPr>
          <a:xfrm>
            <a:off x="1260750" y="3791921"/>
            <a:ext cx="3759600" cy="531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None/>
            </a:pPr>
            <a:r>
              <a:rPr lang="ja" sz="1500" b="1"/>
              <a:t>発酵、野草、天給自足（きのこ、山菜、陸稲、菊芋等々情報</a:t>
            </a:r>
            <a:r>
              <a:rPr lang="ja" sz="1500" b="1" i="0" u="none" strike="noStrike" cap="none">
                <a:solidFill>
                  <a:srgbClr val="000000"/>
                </a:solidFill>
                <a:latin typeface="Arial"/>
                <a:ea typeface="Arial"/>
                <a:cs typeface="Arial"/>
                <a:sym typeface="Arial"/>
              </a:rPr>
              <a:t>を</a:t>
            </a:r>
            <a:r>
              <a:rPr lang="ja" sz="1500" b="1"/>
              <a:t>共有出来る資料です</a:t>
            </a:r>
            <a:endParaRPr sz="1500" b="1" i="0" u="none" strike="noStrike" cap="none">
              <a:solidFill>
                <a:srgbClr val="000000"/>
              </a:solidFill>
              <a:latin typeface="Arial"/>
              <a:ea typeface="Arial"/>
              <a:cs typeface="Arial"/>
              <a:sym typeface="Arial"/>
            </a:endParaRPr>
          </a:p>
        </p:txBody>
      </p:sp>
      <p:sp>
        <p:nvSpPr>
          <p:cNvPr id="324" name="Google Shape;324;p40"/>
          <p:cNvSpPr txBox="1"/>
          <p:nvPr/>
        </p:nvSpPr>
        <p:spPr>
          <a:xfrm>
            <a:off x="812400" y="388144"/>
            <a:ext cx="7886700" cy="994200"/>
          </a:xfrm>
          <a:prstGeom prst="rect">
            <a:avLst/>
          </a:prstGeom>
          <a:noFill/>
          <a:ln>
            <a:noFill/>
          </a:ln>
        </p:spPr>
        <p:txBody>
          <a:bodyPr spcFirstLastPara="1" wrap="square" lIns="68575" tIns="34275" rIns="68575" bIns="34275" anchor="ctr" anchorCtr="0">
            <a:normAutofit/>
          </a:bodyPr>
          <a:lstStyle/>
          <a:p>
            <a:pPr marL="0" marR="0" lvl="0" indent="0" algn="l" rtl="0">
              <a:lnSpc>
                <a:spcPct val="90000"/>
              </a:lnSpc>
              <a:spcBef>
                <a:spcPts val="0"/>
              </a:spcBef>
              <a:spcAft>
                <a:spcPts val="0"/>
              </a:spcAft>
              <a:buClr>
                <a:srgbClr val="000000"/>
              </a:buClr>
              <a:buSzPts val="3300"/>
              <a:buFont typeface="Arial"/>
              <a:buNone/>
            </a:pPr>
            <a:r>
              <a:rPr lang="ja" sz="3300" b="1" i="0" u="none" strike="noStrike" cap="none">
                <a:solidFill>
                  <a:srgbClr val="F4B081"/>
                </a:solidFill>
                <a:latin typeface="Arial"/>
                <a:ea typeface="Arial"/>
                <a:cs typeface="Arial"/>
                <a:sym typeface="Arial"/>
              </a:rPr>
              <a:t>限定特典５</a:t>
            </a:r>
            <a:endParaRPr sz="3300" b="1" i="0" u="none" strike="noStrike" cap="none">
              <a:solidFill>
                <a:srgbClr val="F4B081"/>
              </a:solidFill>
              <a:latin typeface="Arial"/>
              <a:ea typeface="Arial"/>
              <a:cs typeface="Arial"/>
              <a:sym typeface="Arial"/>
            </a:endParaRPr>
          </a:p>
        </p:txBody>
      </p:sp>
      <p:sp>
        <p:nvSpPr>
          <p:cNvPr id="325" name="Google Shape;325;p40"/>
          <p:cNvSpPr txBox="1"/>
          <p:nvPr/>
        </p:nvSpPr>
        <p:spPr>
          <a:xfrm>
            <a:off x="996925" y="1275300"/>
            <a:ext cx="5198100" cy="2428500"/>
          </a:xfrm>
          <a:prstGeom prst="rect">
            <a:avLst/>
          </a:prstGeom>
          <a:noFill/>
          <a:ln>
            <a:noFill/>
          </a:ln>
        </p:spPr>
        <p:txBody>
          <a:bodyPr spcFirstLastPara="1" wrap="square" lIns="68575" tIns="34275" rIns="68575" bIns="34275" anchor="t" anchorCtr="0">
            <a:normAutofit fontScale="92500" lnSpcReduction="20000"/>
          </a:bodyPr>
          <a:lstStyle/>
          <a:p>
            <a:pPr marL="0" marR="0" lvl="0" indent="0" algn="l" rtl="0">
              <a:lnSpc>
                <a:spcPct val="118333"/>
              </a:lnSpc>
              <a:spcBef>
                <a:spcPts val="0"/>
              </a:spcBef>
              <a:spcAft>
                <a:spcPts val="0"/>
              </a:spcAft>
              <a:buClr>
                <a:srgbClr val="000000"/>
              </a:buClr>
              <a:buSzPct val="100000"/>
              <a:buFont typeface="Arial"/>
              <a:buNone/>
            </a:pPr>
            <a:r>
              <a:rPr lang="ja" sz="2700" b="1" i="0" u="none" strike="noStrike" cap="none" dirty="0">
                <a:solidFill>
                  <a:srgbClr val="C00000"/>
                </a:solidFill>
                <a:latin typeface="Arial"/>
                <a:ea typeface="Arial"/>
                <a:cs typeface="Arial"/>
                <a:sym typeface="Arial"/>
              </a:rPr>
              <a:t>クライアント様限定の</a:t>
            </a:r>
            <a:endParaRPr sz="2700" b="1" i="0" u="none" strike="noStrike" cap="none" dirty="0">
              <a:solidFill>
                <a:srgbClr val="C00000"/>
              </a:solidFill>
              <a:latin typeface="Arial"/>
              <a:ea typeface="Arial"/>
              <a:cs typeface="Arial"/>
              <a:sym typeface="Arial"/>
            </a:endParaRPr>
          </a:p>
          <a:p>
            <a:pPr marL="0" marR="0" lvl="0" indent="0" algn="l" rtl="0">
              <a:lnSpc>
                <a:spcPct val="118333"/>
              </a:lnSpc>
              <a:spcBef>
                <a:spcPts val="800"/>
              </a:spcBef>
              <a:spcAft>
                <a:spcPts val="0"/>
              </a:spcAft>
              <a:buClr>
                <a:srgbClr val="000000"/>
              </a:buClr>
              <a:buSzPct val="100000"/>
              <a:buFont typeface="Arial"/>
              <a:buNone/>
            </a:pPr>
            <a:r>
              <a:rPr lang="ja" sz="2700" b="1" dirty="0">
                <a:solidFill>
                  <a:srgbClr val="C00000"/>
                </a:solidFill>
              </a:rPr>
              <a:t>食がもたらす健康「過去、現在、未来」</a:t>
            </a:r>
            <a:r>
              <a:rPr lang="ja-JP" altLang="en-US" sz="2700" b="1" dirty="0">
                <a:solidFill>
                  <a:srgbClr val="C00000"/>
                </a:solidFill>
              </a:rPr>
              <a:t>最新版プレゼント</a:t>
            </a:r>
          </a:p>
          <a:p>
            <a:pPr marL="0" marR="0" lvl="0" indent="0" algn="l" rtl="0">
              <a:lnSpc>
                <a:spcPct val="118333"/>
              </a:lnSpc>
              <a:spcBef>
                <a:spcPts val="800"/>
              </a:spcBef>
              <a:spcAft>
                <a:spcPts val="0"/>
              </a:spcAft>
              <a:buClr>
                <a:srgbClr val="000000"/>
              </a:buClr>
              <a:buSzPct val="100000"/>
              <a:buFont typeface="Arial"/>
              <a:buNone/>
            </a:pPr>
            <a:r>
              <a:rPr lang="ja" sz="2700" b="1" dirty="0">
                <a:solidFill>
                  <a:srgbClr val="C00000"/>
                </a:solidFill>
              </a:rPr>
              <a:t>発酵食、野草健康食、天給自足</a:t>
            </a:r>
            <a:r>
              <a:rPr lang="ja" sz="2700" b="1" i="0" u="none" strike="noStrike" cap="none" dirty="0">
                <a:solidFill>
                  <a:srgbClr val="C00000"/>
                </a:solidFill>
                <a:latin typeface="Arial"/>
                <a:ea typeface="Arial"/>
                <a:cs typeface="Arial"/>
                <a:sym typeface="Arial"/>
              </a:rPr>
              <a:t>！</a:t>
            </a:r>
            <a:endParaRPr sz="2700" b="1" i="0" u="none" strike="noStrike" cap="none" dirty="0">
              <a:solidFill>
                <a:srgbClr val="C00000"/>
              </a:solidFill>
              <a:latin typeface="Arial"/>
              <a:ea typeface="Arial"/>
              <a:cs typeface="Arial"/>
              <a:sym typeface="Arial"/>
            </a:endParaRPr>
          </a:p>
          <a:p>
            <a:pPr marL="0" marR="0" lvl="0" indent="0" algn="l" rtl="0">
              <a:lnSpc>
                <a:spcPct val="118333"/>
              </a:lnSpc>
              <a:spcBef>
                <a:spcPts val="800"/>
              </a:spcBef>
              <a:spcAft>
                <a:spcPts val="0"/>
              </a:spcAft>
              <a:buClr>
                <a:srgbClr val="000000"/>
              </a:buClr>
              <a:buSzPct val="100000"/>
              <a:buFont typeface="Arial"/>
              <a:buNone/>
            </a:pPr>
            <a:r>
              <a:rPr lang="ja-JP" altLang="en-US" sz="2700" b="1" dirty="0">
                <a:solidFill>
                  <a:srgbClr val="C00000"/>
                </a:solidFill>
              </a:rPr>
              <a:t>（</a:t>
            </a:r>
            <a:r>
              <a:rPr lang="en-US" altLang="ja-JP" sz="2700" b="1" dirty="0">
                <a:solidFill>
                  <a:srgbClr val="C00000"/>
                </a:solidFill>
              </a:rPr>
              <a:t>1</a:t>
            </a:r>
            <a:r>
              <a:rPr lang="ja-JP" altLang="en-US" sz="2700" b="1" dirty="0">
                <a:solidFill>
                  <a:srgbClr val="C00000"/>
                </a:solidFill>
              </a:rPr>
              <a:t>万円～）</a:t>
            </a:r>
            <a:endParaRPr sz="2700" b="1" dirty="0">
              <a:solidFill>
                <a:srgbClr val="C00000"/>
              </a:solidFill>
            </a:endParaRPr>
          </a:p>
          <a:p>
            <a:pPr marL="0" marR="0" lvl="0" indent="0" algn="l" rtl="0">
              <a:lnSpc>
                <a:spcPct val="118333"/>
              </a:lnSpc>
              <a:spcBef>
                <a:spcPts val="800"/>
              </a:spcBef>
              <a:spcAft>
                <a:spcPts val="0"/>
              </a:spcAft>
              <a:buClr>
                <a:srgbClr val="000000"/>
              </a:buClr>
              <a:buSzPct val="100000"/>
              <a:buFont typeface="Arial"/>
              <a:buNone/>
            </a:pPr>
            <a:endParaRPr sz="2700" b="1" i="0" u="none" strike="noStrike" cap="none" dirty="0">
              <a:solidFill>
                <a:srgbClr val="C00000"/>
              </a:solidFill>
              <a:latin typeface="Arial"/>
              <a:ea typeface="Arial"/>
              <a:cs typeface="Arial"/>
              <a:sym typeface="Arial"/>
            </a:endParaRPr>
          </a:p>
        </p:txBody>
      </p:sp>
      <p:pic>
        <p:nvPicPr>
          <p:cNvPr id="326" name="Google Shape;326;p40" title="IMG_9296.JPG"/>
          <p:cNvPicPr preferRelativeResize="0"/>
          <p:nvPr/>
        </p:nvPicPr>
        <p:blipFill>
          <a:blip r:embed="rId4">
            <a:alphaModFix/>
          </a:blip>
          <a:stretch>
            <a:fillRect/>
          </a:stretch>
        </p:blipFill>
        <p:spPr>
          <a:xfrm>
            <a:off x="6195024" y="530350"/>
            <a:ext cx="2068850" cy="1856701"/>
          </a:xfrm>
          <a:prstGeom prst="rect">
            <a:avLst/>
          </a:prstGeom>
          <a:noFill/>
          <a:ln>
            <a:noFill/>
          </a:ln>
        </p:spPr>
      </p:pic>
      <p:pic>
        <p:nvPicPr>
          <p:cNvPr id="327" name="Google Shape;327;p40" title="IMG_9281.JPG"/>
          <p:cNvPicPr preferRelativeResize="0"/>
          <p:nvPr/>
        </p:nvPicPr>
        <p:blipFill>
          <a:blip r:embed="rId5">
            <a:alphaModFix/>
          </a:blip>
          <a:stretch>
            <a:fillRect/>
          </a:stretch>
        </p:blipFill>
        <p:spPr>
          <a:xfrm>
            <a:off x="6490511" y="2628923"/>
            <a:ext cx="1477874" cy="197049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pic>
        <p:nvPicPr>
          <p:cNvPr id="332" name="Google Shape;332;p41"/>
          <p:cNvPicPr preferRelativeResize="0"/>
          <p:nvPr/>
        </p:nvPicPr>
        <p:blipFill rotWithShape="1">
          <a:blip r:embed="rId3">
            <a:alphaModFix/>
          </a:blip>
          <a:srcRect/>
          <a:stretch/>
        </p:blipFill>
        <p:spPr>
          <a:xfrm>
            <a:off x="0" y="0"/>
            <a:ext cx="9077325" cy="5143500"/>
          </a:xfrm>
          <a:prstGeom prst="rect">
            <a:avLst/>
          </a:prstGeom>
          <a:noFill/>
          <a:ln>
            <a:noFill/>
          </a:ln>
        </p:spPr>
      </p:pic>
      <p:sp>
        <p:nvSpPr>
          <p:cNvPr id="333" name="Google Shape;333;p41"/>
          <p:cNvSpPr txBox="1">
            <a:spLocks noGrp="1"/>
          </p:cNvSpPr>
          <p:nvPr>
            <p:ph type="title"/>
          </p:nvPr>
        </p:nvSpPr>
        <p:spPr>
          <a:xfrm>
            <a:off x="539488" y="331958"/>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1400"/>
              <a:buNone/>
            </a:pPr>
            <a:r>
              <a:rPr lang="ja" b="1">
                <a:solidFill>
                  <a:srgbClr val="F4B081"/>
                </a:solidFill>
              </a:rPr>
              <a:t>特別</a:t>
            </a:r>
            <a:r>
              <a:rPr lang="ja" b="1">
                <a:solidFill>
                  <a:srgbClr val="F4B081"/>
                </a:solidFill>
                <a:latin typeface="Arial"/>
                <a:ea typeface="Arial"/>
                <a:cs typeface="Arial"/>
                <a:sym typeface="Arial"/>
              </a:rPr>
              <a:t>限定特典一覧</a:t>
            </a:r>
            <a:r>
              <a:rPr lang="ja" b="1">
                <a:solidFill>
                  <a:srgbClr val="F4B081"/>
                </a:solidFill>
              </a:rPr>
              <a:t>　</a:t>
            </a:r>
            <a:endParaRPr b="1">
              <a:solidFill>
                <a:srgbClr val="F4B081"/>
              </a:solidFill>
            </a:endParaRPr>
          </a:p>
        </p:txBody>
      </p:sp>
      <p:sp>
        <p:nvSpPr>
          <p:cNvPr id="334" name="Google Shape;334;p41"/>
          <p:cNvSpPr txBox="1">
            <a:spLocks noGrp="1"/>
          </p:cNvSpPr>
          <p:nvPr>
            <p:ph type="body" idx="1"/>
          </p:nvPr>
        </p:nvSpPr>
        <p:spPr>
          <a:xfrm>
            <a:off x="539499" y="963637"/>
            <a:ext cx="6241129" cy="3692769"/>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800"/>
              </a:spcBef>
              <a:spcAft>
                <a:spcPts val="0"/>
              </a:spcAft>
              <a:buSzPts val="1400"/>
              <a:buNone/>
            </a:pPr>
            <a:r>
              <a:rPr lang="ja" b="1">
                <a:solidFill>
                  <a:srgbClr val="C00000"/>
                </a:solidFill>
              </a:rPr>
              <a:t>①フォロー＆圃場リアル見学期間無制限</a:t>
            </a:r>
            <a:endParaRPr b="1">
              <a:solidFill>
                <a:srgbClr val="C00000"/>
              </a:solidFill>
            </a:endParaRPr>
          </a:p>
          <a:p>
            <a:pPr marL="0" lvl="0" indent="0" algn="l" rtl="0">
              <a:lnSpc>
                <a:spcPct val="100000"/>
              </a:lnSpc>
              <a:spcBef>
                <a:spcPts val="800"/>
              </a:spcBef>
              <a:spcAft>
                <a:spcPts val="0"/>
              </a:spcAft>
              <a:buSzPts val="1400"/>
              <a:buNone/>
            </a:pPr>
            <a:r>
              <a:rPr lang="ja" b="1">
                <a:solidFill>
                  <a:srgbClr val="C00000"/>
                </a:solidFill>
              </a:rPr>
              <a:t>②本格スタート前のプレ体験</a:t>
            </a:r>
            <a:endParaRPr b="1">
              <a:solidFill>
                <a:srgbClr val="C00000"/>
              </a:solidFill>
            </a:endParaRPr>
          </a:p>
          <a:p>
            <a:pPr marL="0" lvl="0" indent="0" algn="l" rtl="0">
              <a:lnSpc>
                <a:spcPct val="100000"/>
              </a:lnSpc>
              <a:spcBef>
                <a:spcPts val="800"/>
              </a:spcBef>
              <a:spcAft>
                <a:spcPts val="0"/>
              </a:spcAft>
              <a:buSzPts val="1400"/>
              <a:buNone/>
            </a:pPr>
            <a:r>
              <a:rPr lang="ja" b="1">
                <a:solidFill>
                  <a:srgbClr val="C00000"/>
                </a:solidFill>
              </a:rPr>
              <a:t>③フランス菓子の基本動画3本プレゼント</a:t>
            </a:r>
            <a:endParaRPr b="1">
              <a:solidFill>
                <a:srgbClr val="C00000"/>
              </a:solidFill>
            </a:endParaRPr>
          </a:p>
          <a:p>
            <a:pPr marL="0" lvl="0" indent="0" algn="l" rtl="0">
              <a:lnSpc>
                <a:spcPct val="100000"/>
              </a:lnSpc>
              <a:spcBef>
                <a:spcPts val="800"/>
              </a:spcBef>
              <a:spcAft>
                <a:spcPts val="0"/>
              </a:spcAft>
              <a:buSzPts val="1400"/>
              <a:buNone/>
            </a:pPr>
            <a:r>
              <a:rPr lang="ja" b="1">
                <a:solidFill>
                  <a:srgbClr val="C00000"/>
                </a:solidFill>
              </a:rPr>
              <a:t>④限定Facebookグループ</a:t>
            </a:r>
            <a:endParaRPr lang="en-US" altLang="ja" b="1" dirty="0">
              <a:solidFill>
                <a:srgbClr val="C00000"/>
              </a:solidFill>
            </a:endParaRPr>
          </a:p>
          <a:p>
            <a:pPr marL="0" lvl="0" indent="0" algn="l" rtl="0">
              <a:lnSpc>
                <a:spcPct val="100000"/>
              </a:lnSpc>
              <a:spcBef>
                <a:spcPts val="800"/>
              </a:spcBef>
              <a:spcAft>
                <a:spcPts val="0"/>
              </a:spcAft>
              <a:buSzPts val="1400"/>
              <a:buNone/>
            </a:pPr>
            <a:r>
              <a:rPr lang="ja" b="1">
                <a:solidFill>
                  <a:srgbClr val="C00000"/>
                </a:solidFill>
              </a:rPr>
              <a:t>（発酵食、野草　健康食、天給自足研究会参加</a:t>
            </a:r>
            <a:endParaRPr b="1">
              <a:solidFill>
                <a:srgbClr val="C00000"/>
              </a:solidFill>
            </a:endParaRPr>
          </a:p>
          <a:p>
            <a:pPr marL="0" lvl="0" indent="0" algn="l" rtl="0">
              <a:lnSpc>
                <a:spcPct val="100000"/>
              </a:lnSpc>
              <a:spcBef>
                <a:spcPts val="800"/>
              </a:spcBef>
              <a:spcAft>
                <a:spcPts val="0"/>
              </a:spcAft>
              <a:buSzPts val="1400"/>
              <a:buNone/>
            </a:pPr>
            <a:r>
              <a:rPr lang="ja" b="1">
                <a:solidFill>
                  <a:srgbClr val="C00000"/>
                </a:solidFill>
              </a:rPr>
              <a:t>⑤食がもたらす健康「過去、現在、未来」発酵食、野草健康食、天給自足！</a:t>
            </a:r>
            <a:r>
              <a:rPr lang="ja" b="1" dirty="0">
                <a:solidFill>
                  <a:srgbClr val="C00000"/>
                </a:solidFill>
              </a:rPr>
              <a:t>厳選</a:t>
            </a:r>
            <a:r>
              <a:rPr lang="en-US" altLang="ja-JP" b="1" dirty="0">
                <a:solidFill>
                  <a:srgbClr val="C00000"/>
                </a:solidFill>
              </a:rPr>
              <a:t>PDF</a:t>
            </a:r>
            <a:r>
              <a:rPr lang="ja-JP" altLang="en-US" b="1" dirty="0">
                <a:solidFill>
                  <a:srgbClr val="C00000"/>
                </a:solidFill>
              </a:rPr>
              <a:t>プレゼント</a:t>
            </a:r>
            <a:endParaRPr lang="en-US" altLang="ja-JP" b="1" dirty="0">
              <a:solidFill>
                <a:srgbClr val="C00000"/>
              </a:solidFill>
            </a:endParaRPr>
          </a:p>
          <a:p>
            <a:pPr marL="0" lvl="0" indent="0" algn="l" rtl="0">
              <a:lnSpc>
                <a:spcPct val="100000"/>
              </a:lnSpc>
              <a:spcBef>
                <a:spcPts val="800"/>
              </a:spcBef>
              <a:spcAft>
                <a:spcPts val="0"/>
              </a:spcAft>
              <a:buSzPts val="1400"/>
              <a:buNone/>
            </a:pPr>
            <a:r>
              <a:rPr lang="ja-JP" altLang="en-US" sz="2000" b="1" dirty="0">
                <a:solidFill>
                  <a:srgbClr val="C00000"/>
                </a:solidFill>
                <a:latin typeface="Yu Gothic" charset="-128"/>
                <a:ea typeface="Yu Gothic" charset="-128"/>
                <a:cs typeface="Yu Gothic" charset="-128"/>
              </a:rPr>
              <a:t>●</a:t>
            </a:r>
            <a:r>
              <a:rPr lang="en-US" altLang="ja-JP" sz="2000" b="1" dirty="0">
                <a:solidFill>
                  <a:srgbClr val="FF0000"/>
                </a:solidFill>
                <a:latin typeface="Yu Gothic" charset="-128"/>
                <a:ea typeface="Yu Gothic" charset="-128"/>
                <a:cs typeface="Yu Gothic" charset="-128"/>
              </a:rPr>
              <a:t>121</a:t>
            </a:r>
            <a:r>
              <a:rPr lang="ja-JP" altLang="en-US" sz="2000" b="1" dirty="0">
                <a:solidFill>
                  <a:srgbClr val="FF0000"/>
                </a:solidFill>
                <a:latin typeface="Yu Gothic" charset="-128"/>
                <a:ea typeface="Yu Gothic" charset="-128"/>
                <a:cs typeface="Yu Gothic" charset="-128"/>
              </a:rPr>
              <a:t>万円相当の特典を（参加コースで特典は変わります。）無料でプレゼントします！</a:t>
            </a:r>
            <a:endParaRPr lang="en-US" altLang="ja-JP" sz="2000" b="1" dirty="0">
              <a:solidFill>
                <a:srgbClr val="FF0000"/>
              </a:solidFill>
              <a:latin typeface="Yu Gothic" charset="-128"/>
              <a:ea typeface="Yu Gothic" charset="-128"/>
              <a:cs typeface="Yu Gothic" charset="-128"/>
            </a:endParaRPr>
          </a:p>
          <a:p>
            <a:pPr marL="0" lvl="0" indent="0" algn="l" rtl="0">
              <a:lnSpc>
                <a:spcPct val="100000"/>
              </a:lnSpc>
              <a:spcBef>
                <a:spcPts val="800"/>
              </a:spcBef>
              <a:spcAft>
                <a:spcPts val="0"/>
              </a:spcAft>
              <a:buSzPts val="1400"/>
              <a:buNone/>
            </a:pPr>
            <a:endParaRPr lang="en-US" sz="2200" b="1" dirty="0">
              <a:solidFill>
                <a:srgbClr val="C00000"/>
              </a:solidFill>
            </a:endParaRPr>
          </a:p>
        </p:txBody>
      </p:sp>
      <p:pic>
        <p:nvPicPr>
          <p:cNvPr id="335" name="Google Shape;335;p41"/>
          <p:cNvPicPr preferRelativeResize="0"/>
          <p:nvPr/>
        </p:nvPicPr>
        <p:blipFill>
          <a:blip r:embed="rId4">
            <a:alphaModFix/>
          </a:blip>
          <a:stretch>
            <a:fillRect/>
          </a:stretch>
        </p:blipFill>
        <p:spPr>
          <a:xfrm>
            <a:off x="5541314" y="501374"/>
            <a:ext cx="2905523" cy="203629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pic>
        <p:nvPicPr>
          <p:cNvPr id="341" name="Google Shape;341;p42"/>
          <p:cNvPicPr preferRelativeResize="0"/>
          <p:nvPr/>
        </p:nvPicPr>
        <p:blipFill rotWithShape="1">
          <a:blip r:embed="rId3">
            <a:alphaModFix/>
          </a:blip>
          <a:srcRect/>
          <a:stretch/>
        </p:blipFill>
        <p:spPr>
          <a:xfrm>
            <a:off x="66675" y="168763"/>
            <a:ext cx="9077325" cy="5143500"/>
          </a:xfrm>
          <a:prstGeom prst="rect">
            <a:avLst/>
          </a:prstGeom>
          <a:noFill/>
          <a:ln>
            <a:noFill/>
          </a:ln>
        </p:spPr>
      </p:pic>
      <p:sp>
        <p:nvSpPr>
          <p:cNvPr id="342" name="Google Shape;342;p42"/>
          <p:cNvSpPr txBox="1">
            <a:spLocks noGrp="1"/>
          </p:cNvSpPr>
          <p:nvPr>
            <p:ph type="ctrTitle"/>
          </p:nvPr>
        </p:nvSpPr>
        <p:spPr>
          <a:xfrm>
            <a:off x="1963800" y="255513"/>
            <a:ext cx="5093100" cy="5631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5000"/>
              <a:buFont typeface="Calibri"/>
              <a:buNone/>
            </a:pPr>
            <a:r>
              <a:rPr lang="ja" sz="2700" b="1">
                <a:solidFill>
                  <a:srgbClr val="3F3F3F"/>
                </a:solidFill>
                <a:latin typeface="Arial"/>
                <a:ea typeface="Arial"/>
                <a:cs typeface="Arial"/>
                <a:sym typeface="Arial"/>
              </a:rPr>
              <a:t>メニューのご紹介</a:t>
            </a:r>
            <a:endParaRPr/>
          </a:p>
        </p:txBody>
      </p:sp>
      <p:sp>
        <p:nvSpPr>
          <p:cNvPr id="343" name="Google Shape;343;p42"/>
          <p:cNvSpPr txBox="1">
            <a:spLocks noGrp="1"/>
          </p:cNvSpPr>
          <p:nvPr>
            <p:ph type="subTitle" idx="1"/>
          </p:nvPr>
        </p:nvSpPr>
        <p:spPr>
          <a:xfrm>
            <a:off x="1403350" y="598824"/>
            <a:ext cx="5776850" cy="531476"/>
          </a:xfrm>
          <a:prstGeom prst="rect">
            <a:avLst/>
          </a:prstGeom>
          <a:noFill/>
          <a:ln>
            <a:noFill/>
          </a:ln>
        </p:spPr>
        <p:txBody>
          <a:bodyPr spcFirstLastPara="1" wrap="square" lIns="68575" tIns="34275" rIns="68575" bIns="34275" anchor="t" anchorCtr="0">
            <a:noAutofit/>
          </a:bodyPr>
          <a:lstStyle/>
          <a:p>
            <a:pPr marL="342900" lvl="0" indent="-304800" algn="ctr" rtl="0">
              <a:lnSpc>
                <a:spcPct val="90000"/>
              </a:lnSpc>
              <a:spcBef>
                <a:spcPts val="800"/>
              </a:spcBef>
              <a:spcAft>
                <a:spcPts val="0"/>
              </a:spcAft>
              <a:buClr>
                <a:schemeClr val="dk1"/>
              </a:buClr>
              <a:buSzPts val="1800"/>
              <a:buNone/>
            </a:pPr>
            <a:r>
              <a:rPr lang="ja" sz="2700" b="1">
                <a:solidFill>
                  <a:srgbClr val="FF0000"/>
                </a:solidFill>
              </a:rPr>
              <a:t>天給自足講師養成2年コース</a:t>
            </a:r>
            <a:endParaRPr sz="2700" b="1">
              <a:solidFill>
                <a:srgbClr val="FF0000"/>
              </a:solidFill>
            </a:endParaRPr>
          </a:p>
          <a:p>
            <a:pPr marL="342900" lvl="0" indent="-304800" algn="l" rtl="0">
              <a:lnSpc>
                <a:spcPct val="90000"/>
              </a:lnSpc>
              <a:spcBef>
                <a:spcPts val="800"/>
              </a:spcBef>
              <a:spcAft>
                <a:spcPts val="0"/>
              </a:spcAft>
              <a:buClr>
                <a:schemeClr val="dk1"/>
              </a:buClr>
              <a:buSzPts val="1800"/>
              <a:buNone/>
            </a:pPr>
            <a:r>
              <a:rPr lang="ja">
                <a:solidFill>
                  <a:srgbClr val="3F3F3F"/>
                </a:solidFill>
              </a:rPr>
              <a:t>　　     　　　　　</a:t>
            </a:r>
            <a:r>
              <a:rPr lang="ja"/>
              <a:t>　　　　　　　　　　</a:t>
            </a:r>
            <a:br>
              <a:rPr lang="ja"/>
            </a:br>
            <a:endParaRPr sz="1500"/>
          </a:p>
        </p:txBody>
      </p:sp>
      <p:sp>
        <p:nvSpPr>
          <p:cNvPr id="344" name="Google Shape;344;p42"/>
          <p:cNvSpPr txBox="1"/>
          <p:nvPr/>
        </p:nvSpPr>
        <p:spPr>
          <a:xfrm>
            <a:off x="392113" y="1152717"/>
            <a:ext cx="4641850" cy="3490581"/>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Clr>
                <a:srgbClr val="000000"/>
              </a:buClr>
              <a:buSzPts val="998"/>
              <a:buFont typeface="Arial"/>
              <a:buNone/>
            </a:pPr>
            <a:r>
              <a:rPr lang="ja-JP" altLang="en-US" sz="997" b="1" dirty="0">
                <a:solidFill>
                  <a:srgbClr val="C00000"/>
                </a:solidFill>
              </a:rPr>
              <a:t>●</a:t>
            </a:r>
            <a:r>
              <a:rPr lang="ja-JP" altLang="en-US" sz="1351" b="1" dirty="0">
                <a:solidFill>
                  <a:srgbClr val="C00000"/>
                </a:solidFill>
              </a:rPr>
              <a:t>天給自足を学び講師として活躍し、家族の生涯健康を実現（すべて各月</a:t>
            </a:r>
            <a:r>
              <a:rPr lang="en-US" altLang="ja-JP" sz="1351" b="1" dirty="0">
                <a:solidFill>
                  <a:srgbClr val="C00000"/>
                </a:solidFill>
              </a:rPr>
              <a:t>1</a:t>
            </a:r>
            <a:r>
              <a:rPr lang="ja-JP" altLang="en-US" sz="1351" b="1" dirty="0">
                <a:solidFill>
                  <a:srgbClr val="C00000"/>
                </a:solidFill>
              </a:rPr>
              <a:t>泊</a:t>
            </a:r>
            <a:r>
              <a:rPr lang="en-US" altLang="ja-JP" sz="1351" b="1" dirty="0">
                <a:solidFill>
                  <a:srgbClr val="C00000"/>
                </a:solidFill>
              </a:rPr>
              <a:t>2</a:t>
            </a:r>
            <a:r>
              <a:rPr lang="ja-JP" altLang="en-US" sz="1351" b="1" dirty="0">
                <a:solidFill>
                  <a:srgbClr val="C00000"/>
                </a:solidFill>
              </a:rPr>
              <a:t>日～</a:t>
            </a:r>
            <a:r>
              <a:rPr lang="en-US" altLang="ja-JP" sz="1351" b="1" dirty="0">
                <a:solidFill>
                  <a:srgbClr val="C00000"/>
                </a:solidFill>
              </a:rPr>
              <a:t>3</a:t>
            </a:r>
            <a:r>
              <a:rPr lang="ja-JP" altLang="en-US" sz="1351" b="1" dirty="0">
                <a:solidFill>
                  <a:srgbClr val="C00000"/>
                </a:solidFill>
              </a:rPr>
              <a:t>泊</a:t>
            </a:r>
            <a:r>
              <a:rPr lang="en-US" altLang="ja-JP" sz="1351" b="1" dirty="0">
                <a:solidFill>
                  <a:srgbClr val="C00000"/>
                </a:solidFill>
              </a:rPr>
              <a:t>4</a:t>
            </a:r>
            <a:r>
              <a:rPr lang="ja-JP" altLang="en-US" sz="1351" b="1" dirty="0">
                <a:solidFill>
                  <a:srgbClr val="C00000"/>
                </a:solidFill>
              </a:rPr>
              <a:t>日で合宿型の講座です。）</a:t>
            </a:r>
          </a:p>
          <a:p>
            <a:pPr marL="0" lvl="0" indent="0" algn="l" rtl="0">
              <a:lnSpc>
                <a:spcPct val="150000"/>
              </a:lnSpc>
              <a:spcBef>
                <a:spcPts val="0"/>
              </a:spcBef>
              <a:spcAft>
                <a:spcPts val="0"/>
              </a:spcAft>
              <a:buClr>
                <a:schemeClr val="dk1"/>
              </a:buClr>
              <a:buSzPts val="998"/>
              <a:buFont typeface="Arial"/>
              <a:buNone/>
            </a:pPr>
            <a:r>
              <a:rPr lang="ja-JP" altLang="en-US" sz="1351" b="1" dirty="0">
                <a:solidFill>
                  <a:srgbClr val="C00000"/>
                </a:solidFill>
              </a:rPr>
              <a:t>４月</a:t>
            </a:r>
            <a:r>
              <a:rPr lang="ja" sz="1351" b="1" dirty="0">
                <a:solidFill>
                  <a:srgbClr val="3F3F3F"/>
                </a:solidFill>
              </a:rPr>
              <a:t>　菊芋活用実践塾＆陸稲、自然農野菜植え付け、播種</a:t>
            </a:r>
            <a:r>
              <a:rPr lang="ja-JP" altLang="en-US" sz="1351" b="1" dirty="0">
                <a:solidFill>
                  <a:srgbClr val="3F3F3F"/>
                </a:solidFill>
              </a:rPr>
              <a:t>、</a:t>
            </a:r>
            <a:r>
              <a:rPr lang="ja" sz="1351" b="1" dirty="0">
                <a:solidFill>
                  <a:srgbClr val="3F3F3F"/>
                </a:solidFill>
              </a:rPr>
              <a:t>ポタジェ（キッチンガーデン）</a:t>
            </a:r>
            <a:r>
              <a:rPr lang="ja-JP" altLang="en-US" sz="1351" b="1" dirty="0">
                <a:solidFill>
                  <a:srgbClr val="3F3F3F"/>
                </a:solidFill>
              </a:rPr>
              <a:t>で</a:t>
            </a:r>
            <a:r>
              <a:rPr lang="ja" sz="1351" b="1" dirty="0">
                <a:solidFill>
                  <a:srgbClr val="3F3F3F"/>
                </a:solidFill>
              </a:rPr>
              <a:t>農法</a:t>
            </a:r>
            <a:r>
              <a:rPr lang="ja-JP" altLang="en-US" sz="1351" b="1" dirty="0">
                <a:solidFill>
                  <a:srgbClr val="3F3F3F"/>
                </a:solidFill>
              </a:rPr>
              <a:t>実践</a:t>
            </a:r>
            <a:r>
              <a:rPr lang="en-US" altLang="ja-JP" sz="1200" b="1" dirty="0">
                <a:solidFill>
                  <a:srgbClr val="3F3F3F"/>
                </a:solidFill>
              </a:rPr>
              <a:t>2</a:t>
            </a:r>
            <a:r>
              <a:rPr lang="ja-JP" altLang="en-US" sz="1200" b="1" dirty="0">
                <a:solidFill>
                  <a:srgbClr val="3F3F3F"/>
                </a:solidFill>
              </a:rPr>
              <a:t>泊</a:t>
            </a:r>
            <a:r>
              <a:rPr lang="en-US" altLang="ja-JP" sz="1200" b="1" dirty="0">
                <a:solidFill>
                  <a:srgbClr val="3F3F3F"/>
                </a:solidFill>
              </a:rPr>
              <a:t>3</a:t>
            </a:r>
            <a:r>
              <a:rPr lang="ja-JP" altLang="en-US" sz="1351" b="1" dirty="0">
                <a:solidFill>
                  <a:srgbClr val="3F3F3F"/>
                </a:solidFill>
              </a:rPr>
              <a:t>日</a:t>
            </a:r>
            <a:endParaRPr sz="1351" b="1" dirty="0">
              <a:solidFill>
                <a:srgbClr val="3F3F3F"/>
              </a:solidFill>
            </a:endParaRPr>
          </a:p>
          <a:p>
            <a:pPr marL="0" lvl="0" indent="0" algn="l" rtl="0">
              <a:lnSpc>
                <a:spcPct val="150000"/>
              </a:lnSpc>
              <a:spcBef>
                <a:spcPts val="0"/>
              </a:spcBef>
              <a:spcAft>
                <a:spcPts val="0"/>
              </a:spcAft>
              <a:buClr>
                <a:schemeClr val="dk1"/>
              </a:buClr>
              <a:buSzPts val="998"/>
              <a:buFont typeface="Arial"/>
              <a:buNone/>
            </a:pPr>
            <a:r>
              <a:rPr lang="ja-JP" altLang="en-US" sz="1351" b="1" dirty="0">
                <a:solidFill>
                  <a:srgbClr val="C00000"/>
                </a:solidFill>
              </a:rPr>
              <a:t>６月　</a:t>
            </a:r>
            <a:r>
              <a:rPr lang="ja" sz="1351" b="1" dirty="0">
                <a:solidFill>
                  <a:srgbClr val="3F3F3F"/>
                </a:solidFill>
              </a:rPr>
              <a:t>野草を生活に落とし込み楽しむ</a:t>
            </a:r>
            <a:r>
              <a:rPr lang="ja-JP" altLang="en-US" sz="1351" b="1" dirty="0">
                <a:solidFill>
                  <a:srgbClr val="3F3F3F"/>
                </a:solidFill>
              </a:rPr>
              <a:t>、見極め食べつくす</a:t>
            </a:r>
            <a:endParaRPr sz="1351" b="1" dirty="0">
              <a:solidFill>
                <a:srgbClr val="3F3F3F"/>
              </a:solidFill>
            </a:endParaRPr>
          </a:p>
          <a:p>
            <a:pPr lvl="0">
              <a:lnSpc>
                <a:spcPct val="150000"/>
              </a:lnSpc>
              <a:buClr>
                <a:schemeClr val="dk1"/>
              </a:buClr>
              <a:buSzPts val="998"/>
            </a:pPr>
            <a:r>
              <a:rPr lang="ja-JP" altLang="en-US" sz="1351" b="1" dirty="0">
                <a:solidFill>
                  <a:srgbClr val="3F3F3F"/>
                </a:solidFill>
              </a:rPr>
              <a:t>醤、</a:t>
            </a:r>
            <a:r>
              <a:rPr lang="ja" sz="1351" b="1" dirty="0">
                <a:solidFill>
                  <a:srgbClr val="3F3F3F"/>
                </a:solidFill>
              </a:rPr>
              <a:t>野草</a:t>
            </a:r>
            <a:r>
              <a:rPr lang="ja-JP" altLang="en-US" sz="1351" b="1" dirty="0">
                <a:solidFill>
                  <a:srgbClr val="3F3F3F"/>
                </a:solidFill>
              </a:rPr>
              <a:t>チンキ野草酵素</a:t>
            </a:r>
            <a:r>
              <a:rPr lang="ja" sz="1351" b="1" dirty="0">
                <a:solidFill>
                  <a:srgbClr val="3F3F3F"/>
                </a:solidFill>
              </a:rPr>
              <a:t>を作ります。</a:t>
            </a:r>
            <a:r>
              <a:rPr lang="ja-JP" altLang="en-US" b="1" dirty="0">
                <a:solidFill>
                  <a:srgbClr val="3F3F3F"/>
                </a:solidFill>
              </a:rPr>
              <a:t> </a:t>
            </a:r>
            <a:r>
              <a:rPr lang="en-US" altLang="ja-JP" b="1" dirty="0">
                <a:solidFill>
                  <a:srgbClr val="3F3F3F"/>
                </a:solidFill>
              </a:rPr>
              <a:t>2</a:t>
            </a:r>
            <a:r>
              <a:rPr lang="ja-JP" altLang="en-US" b="1" dirty="0">
                <a:solidFill>
                  <a:srgbClr val="3F3F3F"/>
                </a:solidFill>
              </a:rPr>
              <a:t>泊</a:t>
            </a:r>
            <a:r>
              <a:rPr lang="en-US" altLang="ja-JP" b="1" dirty="0">
                <a:solidFill>
                  <a:srgbClr val="3F3F3F"/>
                </a:solidFill>
              </a:rPr>
              <a:t>3</a:t>
            </a:r>
            <a:r>
              <a:rPr lang="ja-JP" altLang="en-US" sz="1600" b="1" dirty="0">
                <a:solidFill>
                  <a:srgbClr val="3F3F3F"/>
                </a:solidFill>
              </a:rPr>
              <a:t>日</a:t>
            </a:r>
            <a:endParaRPr lang="ja-JP" altLang="en-US" sz="1351" b="1" dirty="0">
              <a:solidFill>
                <a:srgbClr val="3F3F3F"/>
              </a:solidFill>
            </a:endParaRPr>
          </a:p>
          <a:p>
            <a:pPr marL="0" lvl="0" indent="0" algn="l" rtl="0">
              <a:lnSpc>
                <a:spcPct val="150000"/>
              </a:lnSpc>
              <a:spcBef>
                <a:spcPts val="0"/>
              </a:spcBef>
              <a:spcAft>
                <a:spcPts val="0"/>
              </a:spcAft>
              <a:buClr>
                <a:schemeClr val="dk1"/>
              </a:buClr>
              <a:buSzPts val="998"/>
              <a:buFont typeface="Arial"/>
              <a:buNone/>
            </a:pPr>
            <a:r>
              <a:rPr lang="ja-JP" altLang="en-US" sz="1351" b="1" dirty="0">
                <a:solidFill>
                  <a:srgbClr val="C00000"/>
                </a:solidFill>
              </a:rPr>
              <a:t>８月　</a:t>
            </a:r>
            <a:r>
              <a:rPr lang="ja" sz="1351" b="1" dirty="0">
                <a:solidFill>
                  <a:srgbClr val="3F3F3F"/>
                </a:solidFill>
              </a:rPr>
              <a:t>陸稲＆野菜栽培観察、</a:t>
            </a:r>
            <a:r>
              <a:rPr lang="ja-JP" altLang="en-US" sz="1351" b="1" dirty="0">
                <a:solidFill>
                  <a:srgbClr val="3F3F3F"/>
                </a:solidFill>
              </a:rPr>
              <a:t>夏野菜を楽しみ食べ尽くす。</a:t>
            </a:r>
            <a:endParaRPr lang="en-US" altLang="ja-JP" sz="1351" b="1" dirty="0">
              <a:solidFill>
                <a:srgbClr val="3F3F3F"/>
              </a:solidFill>
            </a:endParaRPr>
          </a:p>
          <a:p>
            <a:pPr marL="0" lvl="0" indent="0" algn="l" rtl="0">
              <a:lnSpc>
                <a:spcPct val="150000"/>
              </a:lnSpc>
              <a:spcBef>
                <a:spcPts val="0"/>
              </a:spcBef>
              <a:spcAft>
                <a:spcPts val="0"/>
              </a:spcAft>
              <a:buClr>
                <a:schemeClr val="dk1"/>
              </a:buClr>
              <a:buSzPts val="998"/>
              <a:buFont typeface="Arial"/>
              <a:buNone/>
            </a:pPr>
            <a:r>
              <a:rPr lang="ja-JP" altLang="en-US" sz="1351" b="1" dirty="0">
                <a:solidFill>
                  <a:srgbClr val="3F3F3F"/>
                </a:solidFill>
              </a:rPr>
              <a:t>竹細工で自分の箸、皿、カップ等々自分で創る</a:t>
            </a:r>
            <a:r>
              <a:rPr lang="en-US" altLang="ja-JP" b="1" dirty="0">
                <a:solidFill>
                  <a:srgbClr val="3F3F3F"/>
                </a:solidFill>
              </a:rPr>
              <a:t>2</a:t>
            </a:r>
            <a:r>
              <a:rPr lang="ja-JP" altLang="en-US" b="1" dirty="0">
                <a:solidFill>
                  <a:srgbClr val="3F3F3F"/>
                </a:solidFill>
              </a:rPr>
              <a:t>泊</a:t>
            </a:r>
            <a:r>
              <a:rPr lang="en-US" altLang="ja-JP" b="1" dirty="0">
                <a:solidFill>
                  <a:srgbClr val="3F3F3F"/>
                </a:solidFill>
              </a:rPr>
              <a:t>3</a:t>
            </a:r>
            <a:r>
              <a:rPr lang="ja-JP" altLang="en-US" sz="1600" b="1" dirty="0">
                <a:solidFill>
                  <a:srgbClr val="3F3F3F"/>
                </a:solidFill>
              </a:rPr>
              <a:t>日</a:t>
            </a:r>
            <a:endParaRPr lang="ja-JP" altLang="en-US" sz="1351" b="1" dirty="0">
              <a:solidFill>
                <a:srgbClr val="3F3F3F"/>
              </a:solidFill>
            </a:endParaRPr>
          </a:p>
          <a:p>
            <a:pPr marL="0" lvl="0" indent="0" algn="l" rtl="0">
              <a:lnSpc>
                <a:spcPct val="150000"/>
              </a:lnSpc>
              <a:spcBef>
                <a:spcPts val="0"/>
              </a:spcBef>
              <a:spcAft>
                <a:spcPts val="0"/>
              </a:spcAft>
              <a:buClr>
                <a:schemeClr val="dk1"/>
              </a:buClr>
              <a:buSzPts val="998"/>
              <a:buFont typeface="Arial"/>
              <a:buNone/>
            </a:pPr>
            <a:r>
              <a:rPr lang="ja-JP" altLang="en-US" sz="1351" b="1" dirty="0">
                <a:solidFill>
                  <a:srgbClr val="C00000"/>
                </a:solidFill>
              </a:rPr>
              <a:t>１０月　</a:t>
            </a:r>
            <a:r>
              <a:rPr lang="ja-JP" altLang="en-US" sz="1351" b="1" dirty="0">
                <a:solidFill>
                  <a:srgbClr val="3F3F3F"/>
                </a:solidFill>
              </a:rPr>
              <a:t>醗酵</a:t>
            </a:r>
            <a:r>
              <a:rPr lang="ja" sz="1351" b="1" dirty="0">
                <a:solidFill>
                  <a:srgbClr val="3F3F3F"/>
                </a:solidFill>
              </a:rPr>
              <a:t>実践塾＆きのこを楽しむ</a:t>
            </a:r>
            <a:r>
              <a:rPr lang="en-US" altLang="ja-JP" sz="1351" b="1" dirty="0">
                <a:solidFill>
                  <a:srgbClr val="3F3F3F"/>
                </a:solidFill>
              </a:rPr>
              <a:t>3</a:t>
            </a:r>
            <a:r>
              <a:rPr lang="ja-JP" altLang="en-US" sz="1351" b="1" dirty="0">
                <a:solidFill>
                  <a:srgbClr val="3F3F3F"/>
                </a:solidFill>
              </a:rPr>
              <a:t>泊</a:t>
            </a:r>
            <a:r>
              <a:rPr lang="en-US" altLang="ja-JP" sz="1351" b="1" dirty="0">
                <a:solidFill>
                  <a:srgbClr val="3F3F3F"/>
                </a:solidFill>
              </a:rPr>
              <a:t>4</a:t>
            </a:r>
            <a:r>
              <a:rPr lang="ja-JP" altLang="en-US" sz="1351" b="1" dirty="0">
                <a:solidFill>
                  <a:srgbClr val="3F3F3F"/>
                </a:solidFill>
              </a:rPr>
              <a:t>日</a:t>
            </a:r>
            <a:endParaRPr sz="1351" b="1" dirty="0">
              <a:solidFill>
                <a:srgbClr val="3F3F3F"/>
              </a:solidFill>
            </a:endParaRPr>
          </a:p>
          <a:p>
            <a:pPr marL="0" lvl="0" indent="0" algn="l" rtl="0">
              <a:lnSpc>
                <a:spcPct val="150000"/>
              </a:lnSpc>
              <a:spcBef>
                <a:spcPts val="0"/>
              </a:spcBef>
              <a:spcAft>
                <a:spcPts val="0"/>
              </a:spcAft>
              <a:buClr>
                <a:schemeClr val="dk1"/>
              </a:buClr>
              <a:buSzPts val="998"/>
              <a:buFont typeface="Arial"/>
              <a:buNone/>
            </a:pPr>
            <a:r>
              <a:rPr lang="ja-JP" altLang="en-US" sz="1351" b="1" dirty="0">
                <a:solidFill>
                  <a:srgbClr val="C00000"/>
                </a:solidFill>
              </a:rPr>
              <a:t>１２月　</a:t>
            </a:r>
            <a:r>
              <a:rPr lang="ja" sz="1351" b="1" dirty="0">
                <a:solidFill>
                  <a:srgbClr val="3F3F3F"/>
                </a:solidFill>
              </a:rPr>
              <a:t>菊芋堀り＆</a:t>
            </a:r>
            <a:r>
              <a:rPr lang="ja-JP" altLang="en-US" sz="1351" b="1" dirty="0">
                <a:solidFill>
                  <a:srgbClr val="3F3F3F"/>
                </a:solidFill>
              </a:rPr>
              <a:t>乾物活用</a:t>
            </a:r>
            <a:r>
              <a:rPr lang="ja" sz="1351" b="1" dirty="0">
                <a:solidFill>
                  <a:srgbClr val="3F3F3F"/>
                </a:solidFill>
              </a:rPr>
              <a:t>を楽しむ12月</a:t>
            </a:r>
            <a:r>
              <a:rPr lang="ja-JP" altLang="en-US" sz="1351" b="1" dirty="0">
                <a:solidFill>
                  <a:srgbClr val="3F3F3F"/>
                </a:solidFill>
              </a:rPr>
              <a:t>　</a:t>
            </a:r>
            <a:r>
              <a:rPr lang="en-US" altLang="ja-JP" sz="1351" b="1" dirty="0">
                <a:solidFill>
                  <a:srgbClr val="3F3F3F"/>
                </a:solidFill>
              </a:rPr>
              <a:t>1</a:t>
            </a:r>
            <a:r>
              <a:rPr lang="ja-JP" altLang="en-US" sz="1351" b="1" dirty="0">
                <a:solidFill>
                  <a:srgbClr val="3F3F3F"/>
                </a:solidFill>
              </a:rPr>
              <a:t>泊</a:t>
            </a:r>
            <a:r>
              <a:rPr lang="en-US" altLang="ja-JP" sz="1351" b="1" dirty="0">
                <a:solidFill>
                  <a:srgbClr val="3F3F3F"/>
                </a:solidFill>
              </a:rPr>
              <a:t>2</a:t>
            </a:r>
            <a:r>
              <a:rPr lang="ja-JP" altLang="en-US" sz="1351" b="1" dirty="0">
                <a:solidFill>
                  <a:srgbClr val="3F3F3F"/>
                </a:solidFill>
              </a:rPr>
              <a:t>日</a:t>
            </a:r>
            <a:endParaRPr sz="1351" b="1" dirty="0">
              <a:solidFill>
                <a:srgbClr val="3F3F3F"/>
              </a:solidFill>
            </a:endParaRPr>
          </a:p>
          <a:p>
            <a:pPr lvl="0">
              <a:buClr>
                <a:schemeClr val="dk1"/>
              </a:buClr>
              <a:buSzPts val="998"/>
            </a:pPr>
            <a:r>
              <a:rPr lang="ja-JP" altLang="en-US" sz="1351" b="1" dirty="0">
                <a:solidFill>
                  <a:srgbClr val="C00000"/>
                </a:solidFill>
              </a:rPr>
              <a:t>２月　</a:t>
            </a:r>
            <a:r>
              <a:rPr lang="ja" sz="1351" b="1" dirty="0">
                <a:solidFill>
                  <a:srgbClr val="3F3F3F"/>
                </a:solidFill>
              </a:rPr>
              <a:t>米、玄米粉のフランス菓子＆米パンを学ぶ</a:t>
            </a:r>
            <a:r>
              <a:rPr lang="en-US" altLang="ja-JP" sz="1351" b="1" dirty="0">
                <a:solidFill>
                  <a:srgbClr val="3F3F3F"/>
                </a:solidFill>
              </a:rPr>
              <a:t>1</a:t>
            </a:r>
            <a:r>
              <a:rPr lang="ja-JP" altLang="en-US" sz="1351" b="1" dirty="0">
                <a:solidFill>
                  <a:srgbClr val="3F3F3F"/>
                </a:solidFill>
              </a:rPr>
              <a:t>泊</a:t>
            </a:r>
            <a:r>
              <a:rPr lang="en-US" altLang="ja-JP" sz="1351" b="1" dirty="0">
                <a:solidFill>
                  <a:srgbClr val="3F3F3F"/>
                </a:solidFill>
              </a:rPr>
              <a:t>2</a:t>
            </a:r>
            <a:r>
              <a:rPr lang="ja-JP" altLang="en-US" sz="1351" b="1" dirty="0">
                <a:solidFill>
                  <a:srgbClr val="3F3F3F"/>
                </a:solidFill>
              </a:rPr>
              <a:t>日</a:t>
            </a:r>
            <a:endParaRPr sz="1351" b="1" dirty="0">
              <a:solidFill>
                <a:srgbClr val="3F3F3F"/>
              </a:solidFill>
            </a:endParaRPr>
          </a:p>
          <a:p>
            <a:pPr lvl="0">
              <a:lnSpc>
                <a:spcPct val="150000"/>
              </a:lnSpc>
              <a:buClr>
                <a:schemeClr val="dk1"/>
              </a:buClr>
              <a:buSzPts val="998"/>
            </a:pPr>
            <a:r>
              <a:rPr lang="ja" sz="1251" b="1" dirty="0">
                <a:solidFill>
                  <a:srgbClr val="3F3F3F"/>
                </a:solidFill>
              </a:rPr>
              <a:t>★2年目は</a:t>
            </a:r>
            <a:r>
              <a:rPr lang="ja-JP" altLang="en-US" sz="1251" b="1" dirty="0">
                <a:solidFill>
                  <a:srgbClr val="3F3F3F"/>
                </a:solidFill>
              </a:rPr>
              <a:t>講師としての視点で講座構築</a:t>
            </a:r>
            <a:r>
              <a:rPr lang="ja" altLang="ja-JP" sz="1251" b="1" dirty="0">
                <a:solidFill>
                  <a:srgbClr val="3F3F3F"/>
                </a:solidFill>
              </a:rPr>
              <a:t>を考えながら再受講</a:t>
            </a:r>
            <a:r>
              <a:rPr lang="ja-JP" altLang="en-US" sz="1251" b="1" dirty="0">
                <a:solidFill>
                  <a:srgbClr val="3F3F3F"/>
                </a:solidFill>
              </a:rPr>
              <a:t>　　</a:t>
            </a:r>
          </a:p>
          <a:p>
            <a:pPr marL="0" lvl="0" indent="0" algn="l" rtl="0">
              <a:lnSpc>
                <a:spcPct val="150000"/>
              </a:lnSpc>
              <a:spcBef>
                <a:spcPts val="0"/>
              </a:spcBef>
              <a:spcAft>
                <a:spcPts val="0"/>
              </a:spcAft>
              <a:buClr>
                <a:schemeClr val="dk1"/>
              </a:buClr>
              <a:buSzPts val="998"/>
              <a:buFont typeface="Arial"/>
              <a:buNone/>
            </a:pPr>
            <a:endParaRPr sz="1251" b="1" dirty="0">
              <a:solidFill>
                <a:srgbClr val="3F3F3F"/>
              </a:solidFill>
            </a:endParaRPr>
          </a:p>
          <a:p>
            <a:pPr marL="0" lvl="0" indent="0" algn="l" rtl="0">
              <a:lnSpc>
                <a:spcPct val="150000"/>
              </a:lnSpc>
              <a:spcBef>
                <a:spcPts val="0"/>
              </a:spcBef>
              <a:spcAft>
                <a:spcPts val="0"/>
              </a:spcAft>
              <a:buClr>
                <a:schemeClr val="dk1"/>
              </a:buClr>
              <a:buSzPts val="998"/>
              <a:buFont typeface="Arial"/>
              <a:buNone/>
            </a:pPr>
            <a:endParaRPr sz="1251" b="1" dirty="0">
              <a:solidFill>
                <a:srgbClr val="3F3F3F"/>
              </a:solidFill>
            </a:endParaRPr>
          </a:p>
        </p:txBody>
      </p:sp>
      <p:sp>
        <p:nvSpPr>
          <p:cNvPr id="345" name="Google Shape;345;p42"/>
          <p:cNvSpPr/>
          <p:nvPr/>
        </p:nvSpPr>
        <p:spPr>
          <a:xfrm>
            <a:off x="4969259" y="3127828"/>
            <a:ext cx="3850975" cy="1860550"/>
          </a:xfrm>
          <a:prstGeom prst="horizontalScroll">
            <a:avLst>
              <a:gd name="adj" fmla="val 12500"/>
            </a:avLst>
          </a:prstGeom>
          <a:solidFill>
            <a:schemeClr val="accent1"/>
          </a:solidFill>
          <a:ln w="25400" cap="flat" cmpd="sng">
            <a:solidFill>
              <a:srgbClr val="31538F"/>
            </a:solidFill>
            <a:prstDash val="solid"/>
            <a:round/>
            <a:headEnd type="none" w="sm" len="sm"/>
            <a:tailEnd type="none" w="sm" len="sm"/>
          </a:ln>
        </p:spPr>
        <p:txBody>
          <a:bodyPr spcFirstLastPara="1" wrap="square" lIns="68575" tIns="34275" rIns="68575" bIns="34275" anchor="ctr" anchorCtr="0">
            <a:noAutofit/>
          </a:bodyPr>
          <a:lstStyle/>
          <a:p>
            <a:pPr lvl="0"/>
            <a:r>
              <a:rPr lang="ja-JP" altLang="en-US" sz="1500" b="1" dirty="0">
                <a:solidFill>
                  <a:schemeClr val="lt1"/>
                </a:solidFill>
              </a:rPr>
              <a:t>発酵、農、自然の恵みを学び、習得実践できるようになり、講師として活躍もでき、さらにご自身、家族が最後まで健康で楽しい人生を実現できるようになるコースです。</a:t>
            </a:r>
            <a:endParaRPr lang="ja-JP" altLang="en-US" sz="1500" b="1" i="0" u="none" strike="noStrike" cap="none" dirty="0">
              <a:solidFill>
                <a:schemeClr val="lt1"/>
              </a:solidFill>
              <a:latin typeface="Arial"/>
              <a:ea typeface="Arial"/>
              <a:cs typeface="Arial"/>
              <a:sym typeface="Arial"/>
            </a:endParaRPr>
          </a:p>
        </p:txBody>
      </p:sp>
      <p:sp>
        <p:nvSpPr>
          <p:cNvPr id="346" name="Google Shape;346;p42"/>
          <p:cNvSpPr txBox="1"/>
          <p:nvPr/>
        </p:nvSpPr>
        <p:spPr>
          <a:xfrm>
            <a:off x="4923300" y="1010319"/>
            <a:ext cx="4267200" cy="2420200"/>
          </a:xfrm>
          <a:prstGeom prst="rect">
            <a:avLst/>
          </a:prstGeom>
          <a:noFill/>
          <a:ln>
            <a:noFill/>
          </a:ln>
        </p:spPr>
        <p:txBody>
          <a:bodyPr spcFirstLastPara="1" wrap="square" lIns="68575" tIns="34275" rIns="68575" bIns="34275" anchor="t" anchorCtr="0">
            <a:normAutofit fontScale="92500" lnSpcReduction="10000"/>
          </a:bodyPr>
          <a:lstStyle/>
          <a:p>
            <a:pPr marL="0" marR="0" lvl="0" indent="0" algn="l" rtl="0">
              <a:lnSpc>
                <a:spcPct val="150000"/>
              </a:lnSpc>
              <a:spcBef>
                <a:spcPts val="0"/>
              </a:spcBef>
              <a:spcAft>
                <a:spcPts val="0"/>
              </a:spcAft>
              <a:buClr>
                <a:srgbClr val="000000"/>
              </a:buClr>
              <a:buSzPts val="2100"/>
              <a:buFont typeface="Arial"/>
              <a:buNone/>
            </a:pPr>
            <a:r>
              <a:rPr lang="ja" sz="2000" b="1" i="0" u="none" strike="noStrike" cap="none">
                <a:solidFill>
                  <a:srgbClr val="C00000"/>
                </a:solidFill>
                <a:latin typeface="Arial"/>
                <a:ea typeface="Arial"/>
                <a:cs typeface="Arial"/>
                <a:sym typeface="Arial"/>
              </a:rPr>
              <a:t>【</a:t>
            </a:r>
            <a:r>
              <a:rPr lang="ja" sz="1800" b="1" i="0" u="none" strike="noStrike" cap="none">
                <a:solidFill>
                  <a:srgbClr val="C00000"/>
                </a:solidFill>
                <a:latin typeface="Arial"/>
                <a:ea typeface="Arial"/>
                <a:cs typeface="Arial"/>
                <a:sym typeface="Arial"/>
              </a:rPr>
              <a:t>特別限定特典】</a:t>
            </a:r>
            <a:endParaRPr sz="800"/>
          </a:p>
          <a:p>
            <a:pPr marL="0" marR="0" lvl="0" indent="0" algn="l" rtl="0">
              <a:lnSpc>
                <a:spcPct val="150000"/>
              </a:lnSpc>
              <a:spcBef>
                <a:spcPts val="0"/>
              </a:spcBef>
              <a:spcAft>
                <a:spcPts val="0"/>
              </a:spcAft>
              <a:buClr>
                <a:srgbClr val="000000"/>
              </a:buClr>
              <a:buSzPts val="2100"/>
              <a:buFont typeface="Arial"/>
              <a:buNone/>
            </a:pPr>
            <a:r>
              <a:rPr lang="ja" sz="1800" b="1" i="0" u="none" strike="noStrike" cap="none">
                <a:solidFill>
                  <a:srgbClr val="C00000"/>
                </a:solidFill>
                <a:latin typeface="Arial"/>
                <a:ea typeface="Arial"/>
                <a:cs typeface="Arial"/>
                <a:sym typeface="Arial"/>
              </a:rPr>
              <a:t>・</a:t>
            </a:r>
            <a:r>
              <a:rPr lang="ja" sz="1800" b="1">
                <a:solidFill>
                  <a:srgbClr val="C00000"/>
                </a:solidFill>
              </a:rPr>
              <a:t>ラインフォロー無期限</a:t>
            </a:r>
            <a:endParaRPr sz="1800" b="1" i="0" u="none" strike="noStrike" cap="none">
              <a:solidFill>
                <a:srgbClr val="C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2100"/>
              <a:buFont typeface="Arial"/>
              <a:buNone/>
            </a:pPr>
            <a:r>
              <a:rPr lang="ja" sz="1800" b="1" i="0" u="none" strike="noStrike" cap="none">
                <a:solidFill>
                  <a:srgbClr val="C00000"/>
                </a:solidFill>
                <a:latin typeface="Arial"/>
                <a:ea typeface="Arial"/>
                <a:cs typeface="Arial"/>
                <a:sym typeface="Arial"/>
              </a:rPr>
              <a:t>・</a:t>
            </a:r>
            <a:r>
              <a:rPr lang="ja" sz="1800" b="1">
                <a:solidFill>
                  <a:srgbClr val="C00000"/>
                </a:solidFill>
              </a:rPr>
              <a:t>リアルにいつでも圃場見学OK</a:t>
            </a:r>
            <a:endParaRPr sz="1800" b="1" i="0" u="none" strike="noStrike" cap="none">
              <a:solidFill>
                <a:srgbClr val="C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2100"/>
              <a:buFont typeface="Arial"/>
              <a:buNone/>
            </a:pPr>
            <a:r>
              <a:rPr lang="ja" sz="1800" b="1" i="0" u="none" strike="noStrike" cap="none">
                <a:solidFill>
                  <a:srgbClr val="C00000"/>
                </a:solidFill>
                <a:latin typeface="Arial"/>
                <a:ea typeface="Arial"/>
                <a:cs typeface="Arial"/>
                <a:sym typeface="Arial"/>
              </a:rPr>
              <a:t>・</a:t>
            </a:r>
            <a:r>
              <a:rPr lang="ja" sz="1800" b="1">
                <a:solidFill>
                  <a:srgbClr val="C00000"/>
                </a:solidFill>
              </a:rPr>
              <a:t>フランス菓子基礎</a:t>
            </a:r>
            <a:r>
              <a:rPr lang="ja" sz="1800" b="1" i="0" u="none" strike="noStrike" cap="none">
                <a:solidFill>
                  <a:srgbClr val="C00000"/>
                </a:solidFill>
                <a:latin typeface="Arial"/>
                <a:ea typeface="Arial"/>
                <a:cs typeface="Arial"/>
                <a:sym typeface="Arial"/>
              </a:rPr>
              <a:t>動画プレゼント</a:t>
            </a:r>
            <a:endParaRPr sz="1800" b="1" i="0" u="none" strike="noStrike" cap="none">
              <a:solidFill>
                <a:srgbClr val="C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2100"/>
              <a:buFont typeface="Arial"/>
              <a:buNone/>
            </a:pPr>
            <a:r>
              <a:rPr lang="ja" sz="1800" b="1" i="0" u="none" strike="noStrike" cap="none">
                <a:solidFill>
                  <a:srgbClr val="C00000"/>
                </a:solidFill>
                <a:latin typeface="Arial"/>
                <a:ea typeface="Arial"/>
                <a:cs typeface="Arial"/>
                <a:sym typeface="Arial"/>
              </a:rPr>
              <a:t>・FBグルー</a:t>
            </a:r>
            <a:r>
              <a:rPr lang="ja" sz="1800" b="1">
                <a:solidFill>
                  <a:srgbClr val="C00000"/>
                </a:solidFill>
              </a:rPr>
              <a:t>プ参加</a:t>
            </a:r>
            <a:endParaRPr lang="ja-JP" altLang="en-US" sz="1800" b="1" dirty="0">
              <a:solidFill>
                <a:srgbClr val="C00000"/>
              </a:solidFill>
            </a:endParaRPr>
          </a:p>
          <a:p>
            <a:pPr marL="0" marR="0" lvl="0" indent="0" algn="l" rtl="0">
              <a:lnSpc>
                <a:spcPct val="150000"/>
              </a:lnSpc>
              <a:spcBef>
                <a:spcPts val="0"/>
              </a:spcBef>
              <a:spcAft>
                <a:spcPts val="0"/>
              </a:spcAft>
              <a:buClr>
                <a:srgbClr val="000000"/>
              </a:buClr>
              <a:buSzPts val="2100"/>
              <a:buFont typeface="Arial"/>
              <a:buNone/>
            </a:pPr>
            <a:r>
              <a:rPr lang="ja-JP" altLang="en-US" sz="1700" b="1" dirty="0">
                <a:solidFill>
                  <a:srgbClr val="C00000"/>
                </a:solidFill>
              </a:rPr>
              <a:t>・食がもたらす健康最新</a:t>
            </a:r>
            <a:r>
              <a:rPr lang="en-US" altLang="ja-JP" sz="1700" b="1" dirty="0">
                <a:solidFill>
                  <a:srgbClr val="C00000"/>
                </a:solidFill>
              </a:rPr>
              <a:t>PDF</a:t>
            </a:r>
            <a:r>
              <a:rPr lang="ja-JP" altLang="en-US" sz="1700" b="1" dirty="0">
                <a:solidFill>
                  <a:srgbClr val="C00000"/>
                </a:solidFill>
              </a:rPr>
              <a:t>プレゼント</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pic>
        <p:nvPicPr>
          <p:cNvPr id="352" name="Google Shape;352;p43"/>
          <p:cNvPicPr preferRelativeResize="0"/>
          <p:nvPr/>
        </p:nvPicPr>
        <p:blipFill rotWithShape="1">
          <a:blip r:embed="rId3">
            <a:alphaModFix/>
          </a:blip>
          <a:srcRect/>
          <a:stretch/>
        </p:blipFill>
        <p:spPr>
          <a:xfrm>
            <a:off x="-12" y="0"/>
            <a:ext cx="9077325" cy="5143500"/>
          </a:xfrm>
          <a:prstGeom prst="rect">
            <a:avLst/>
          </a:prstGeom>
          <a:noFill/>
          <a:ln>
            <a:noFill/>
          </a:ln>
        </p:spPr>
      </p:pic>
      <p:sp>
        <p:nvSpPr>
          <p:cNvPr id="353" name="Google Shape;353;p43"/>
          <p:cNvSpPr txBox="1">
            <a:spLocks noGrp="1"/>
          </p:cNvSpPr>
          <p:nvPr>
            <p:ph type="ctrTitle"/>
          </p:nvPr>
        </p:nvSpPr>
        <p:spPr>
          <a:xfrm>
            <a:off x="1143000" y="338949"/>
            <a:ext cx="6858000" cy="5049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5000"/>
              <a:buFont typeface="Calibri"/>
              <a:buNone/>
            </a:pPr>
            <a:r>
              <a:rPr lang="ja" sz="2700" b="1">
                <a:solidFill>
                  <a:srgbClr val="3F3F3F"/>
                </a:solidFill>
                <a:latin typeface="Arial"/>
                <a:ea typeface="Arial"/>
                <a:cs typeface="Arial"/>
                <a:sym typeface="Arial"/>
              </a:rPr>
              <a:t>メニューのご紹介</a:t>
            </a:r>
            <a:endParaRPr/>
          </a:p>
        </p:txBody>
      </p:sp>
      <p:sp>
        <p:nvSpPr>
          <p:cNvPr id="354" name="Google Shape;354;p43"/>
          <p:cNvSpPr txBox="1">
            <a:spLocks noGrp="1"/>
          </p:cNvSpPr>
          <p:nvPr>
            <p:ph type="subTitle" idx="1"/>
          </p:nvPr>
        </p:nvSpPr>
        <p:spPr>
          <a:xfrm>
            <a:off x="1497600" y="843850"/>
            <a:ext cx="5668200" cy="440700"/>
          </a:xfrm>
          <a:prstGeom prst="rect">
            <a:avLst/>
          </a:prstGeom>
          <a:noFill/>
          <a:ln>
            <a:noFill/>
          </a:ln>
        </p:spPr>
        <p:txBody>
          <a:bodyPr spcFirstLastPara="1" wrap="square" lIns="68575" tIns="34275" rIns="68575" bIns="34275" anchor="t" anchorCtr="0">
            <a:noAutofit/>
          </a:bodyPr>
          <a:lstStyle/>
          <a:p>
            <a:pPr marL="342900" lvl="0" indent="-304800" algn="ctr" rtl="0">
              <a:lnSpc>
                <a:spcPct val="90000"/>
              </a:lnSpc>
              <a:spcBef>
                <a:spcPts val="800"/>
              </a:spcBef>
              <a:spcAft>
                <a:spcPts val="0"/>
              </a:spcAft>
              <a:buClr>
                <a:schemeClr val="dk1"/>
              </a:buClr>
              <a:buSzPts val="1800"/>
              <a:buNone/>
            </a:pPr>
            <a:r>
              <a:rPr lang="ja" sz="2700" b="1">
                <a:solidFill>
                  <a:srgbClr val="323F4F"/>
                </a:solidFill>
              </a:rPr>
              <a:t>　</a:t>
            </a:r>
            <a:r>
              <a:rPr lang="ja" sz="2700" b="1" dirty="0">
                <a:solidFill>
                  <a:srgbClr val="C00000"/>
                </a:solidFill>
              </a:rPr>
              <a:t>　天給自足　1年コース</a:t>
            </a:r>
            <a:r>
              <a:rPr lang="ja" dirty="0">
                <a:solidFill>
                  <a:srgbClr val="C00000"/>
                </a:solidFill>
              </a:rPr>
              <a:t>　　     　　　　　　　　　　　　　　　</a:t>
            </a:r>
            <a:br>
              <a:rPr lang="ja"/>
            </a:br>
            <a:endParaRPr sz="1500"/>
          </a:p>
        </p:txBody>
      </p:sp>
      <p:sp>
        <p:nvSpPr>
          <p:cNvPr id="355" name="Google Shape;355;p43"/>
          <p:cNvSpPr/>
          <p:nvPr/>
        </p:nvSpPr>
        <p:spPr>
          <a:xfrm>
            <a:off x="4906537" y="3226176"/>
            <a:ext cx="3693338" cy="1631950"/>
          </a:xfrm>
          <a:prstGeom prst="horizontalScroll">
            <a:avLst>
              <a:gd name="adj" fmla="val 12500"/>
            </a:avLst>
          </a:prstGeom>
          <a:solidFill>
            <a:schemeClr val="accent1"/>
          </a:solidFill>
          <a:ln w="25400" cap="flat" cmpd="sng">
            <a:solidFill>
              <a:srgbClr val="31538F"/>
            </a:solidFill>
            <a:prstDash val="solid"/>
            <a:round/>
            <a:headEnd type="none" w="sm" len="sm"/>
            <a:tailEnd type="none" w="sm" len="sm"/>
          </a:ln>
        </p:spPr>
        <p:txBody>
          <a:bodyPr spcFirstLastPara="1" wrap="square" lIns="68575" tIns="34275" rIns="68575" bIns="34275" anchor="ctr" anchorCtr="0">
            <a:noAutofit/>
          </a:bodyPr>
          <a:lstStyle/>
          <a:p>
            <a:r>
              <a:rPr lang="ja-JP" altLang="en-US" sz="1500" b="1" dirty="0">
                <a:solidFill>
                  <a:schemeClr val="lt1"/>
                </a:solidFill>
              </a:rPr>
              <a:t>発酵、農業、自然の恵みを学び、習得実践できるようになり、ご自身、家族が最後まで健康で楽しい人生を実現できるようになるコースです。</a:t>
            </a:r>
            <a:endParaRPr lang="ja-JP" altLang="en-US" sz="1500" b="1" i="0" u="none" strike="noStrike" cap="none" dirty="0">
              <a:solidFill>
                <a:schemeClr val="lt1"/>
              </a:solidFill>
              <a:latin typeface="Arial"/>
              <a:ea typeface="Arial"/>
              <a:cs typeface="Arial"/>
              <a:sym typeface="Arial"/>
            </a:endParaRPr>
          </a:p>
        </p:txBody>
      </p:sp>
      <p:sp>
        <p:nvSpPr>
          <p:cNvPr id="356" name="Google Shape;356;p43"/>
          <p:cNvSpPr txBox="1"/>
          <p:nvPr/>
        </p:nvSpPr>
        <p:spPr>
          <a:xfrm>
            <a:off x="170985" y="1284550"/>
            <a:ext cx="4840809" cy="3793852"/>
          </a:xfrm>
          <a:prstGeom prst="rect">
            <a:avLst/>
          </a:prstGeom>
          <a:noFill/>
          <a:ln>
            <a:noFill/>
          </a:ln>
        </p:spPr>
        <p:txBody>
          <a:bodyPr spcFirstLastPara="1" wrap="square" lIns="68575" tIns="34275" rIns="68575" bIns="34275" anchor="t" anchorCtr="0">
            <a:normAutofit fontScale="92500" lnSpcReduction="10000"/>
          </a:bodyPr>
          <a:lstStyle/>
          <a:p>
            <a:pPr marL="0" lvl="0" indent="0" algn="l" rtl="0">
              <a:lnSpc>
                <a:spcPct val="150000"/>
              </a:lnSpc>
              <a:spcBef>
                <a:spcPts val="0"/>
              </a:spcBef>
              <a:spcAft>
                <a:spcPts val="0"/>
              </a:spcAft>
              <a:buClr>
                <a:schemeClr val="dk1"/>
              </a:buClr>
              <a:buSzPts val="998"/>
              <a:buFont typeface="Arial"/>
              <a:buNone/>
            </a:pPr>
            <a:r>
              <a:rPr lang="ja" sz="997" b="1" dirty="0">
                <a:solidFill>
                  <a:srgbClr val="C00000"/>
                </a:solidFill>
              </a:rPr>
              <a:t>●</a:t>
            </a:r>
            <a:r>
              <a:rPr lang="ja" sz="1500" b="1" dirty="0">
                <a:solidFill>
                  <a:srgbClr val="C00000"/>
                </a:solidFill>
              </a:rPr>
              <a:t>天給自足を目指</a:t>
            </a:r>
            <a:r>
              <a:rPr lang="ja-JP" altLang="en-US" sz="1500" b="1" dirty="0">
                <a:solidFill>
                  <a:srgbClr val="C00000"/>
                </a:solidFill>
              </a:rPr>
              <a:t>し生涯健康をめざす。</a:t>
            </a:r>
            <a:endParaRPr lang="en-US" altLang="ja-JP" sz="1500" b="1" dirty="0">
              <a:solidFill>
                <a:srgbClr val="C00000"/>
              </a:solidFill>
            </a:endParaRPr>
          </a:p>
          <a:p>
            <a:pPr>
              <a:lnSpc>
                <a:spcPct val="150000"/>
              </a:lnSpc>
              <a:buClr>
                <a:schemeClr val="dk1"/>
              </a:buClr>
              <a:buSzPts val="998"/>
            </a:pPr>
            <a:r>
              <a:rPr lang="ja-JP" altLang="en-US" sz="1500" b="1" dirty="0">
                <a:solidFill>
                  <a:srgbClr val="C00000"/>
                </a:solidFill>
              </a:rPr>
              <a:t>（すべて各月</a:t>
            </a:r>
            <a:r>
              <a:rPr lang="en-US" altLang="ja-JP" sz="1500" b="1" dirty="0">
                <a:solidFill>
                  <a:srgbClr val="C00000"/>
                </a:solidFill>
              </a:rPr>
              <a:t>1</a:t>
            </a:r>
            <a:r>
              <a:rPr lang="ja-JP" altLang="en-US" sz="1500" b="1" dirty="0">
                <a:solidFill>
                  <a:srgbClr val="C00000"/>
                </a:solidFill>
              </a:rPr>
              <a:t>泊</a:t>
            </a:r>
            <a:r>
              <a:rPr lang="en-US" altLang="ja-JP" sz="1500" b="1" dirty="0">
                <a:solidFill>
                  <a:srgbClr val="C00000"/>
                </a:solidFill>
              </a:rPr>
              <a:t>2</a:t>
            </a:r>
            <a:r>
              <a:rPr lang="ja-JP" altLang="en-US" sz="1500" b="1" dirty="0">
                <a:solidFill>
                  <a:srgbClr val="C00000"/>
                </a:solidFill>
              </a:rPr>
              <a:t>日～</a:t>
            </a:r>
            <a:r>
              <a:rPr lang="en-US" altLang="ja-JP" sz="1500" b="1" dirty="0">
                <a:solidFill>
                  <a:srgbClr val="C00000"/>
                </a:solidFill>
              </a:rPr>
              <a:t>3</a:t>
            </a:r>
            <a:r>
              <a:rPr lang="ja-JP" altLang="en-US" sz="1500" b="1" dirty="0">
                <a:solidFill>
                  <a:srgbClr val="C00000"/>
                </a:solidFill>
              </a:rPr>
              <a:t>泊</a:t>
            </a:r>
            <a:r>
              <a:rPr lang="en-US" altLang="ja-JP" sz="1500" b="1" dirty="0">
                <a:solidFill>
                  <a:srgbClr val="C00000"/>
                </a:solidFill>
              </a:rPr>
              <a:t>4</a:t>
            </a:r>
            <a:r>
              <a:rPr lang="ja-JP" altLang="en-US" sz="1500" b="1" dirty="0">
                <a:solidFill>
                  <a:srgbClr val="C00000"/>
                </a:solidFill>
              </a:rPr>
              <a:t>日で合宿型の講座です。）</a:t>
            </a:r>
            <a:endParaRPr lang="en-US" altLang="ja-JP" sz="1500" b="1" dirty="0">
              <a:solidFill>
                <a:srgbClr val="C00000"/>
              </a:solidFill>
            </a:endParaRPr>
          </a:p>
          <a:p>
            <a:pPr marL="0" lvl="0" indent="0" algn="l" rtl="0">
              <a:lnSpc>
                <a:spcPct val="150000"/>
              </a:lnSpc>
              <a:spcBef>
                <a:spcPts val="0"/>
              </a:spcBef>
              <a:spcAft>
                <a:spcPts val="0"/>
              </a:spcAft>
              <a:buClr>
                <a:schemeClr val="dk1"/>
              </a:buClr>
              <a:buSzPts val="998"/>
              <a:buFont typeface="Arial"/>
              <a:buNone/>
            </a:pPr>
            <a:r>
              <a:rPr lang="ja" sz="1500" b="1" dirty="0">
                <a:solidFill>
                  <a:srgbClr val="C00000"/>
                </a:solidFill>
              </a:rPr>
              <a:t>・</a:t>
            </a:r>
            <a:r>
              <a:rPr lang="en-US" altLang="ja-JP" sz="1500" b="1" dirty="0">
                <a:solidFill>
                  <a:srgbClr val="C00000"/>
                </a:solidFill>
              </a:rPr>
              <a:t>4</a:t>
            </a:r>
            <a:r>
              <a:rPr lang="ja-JP" altLang="en-US" sz="1500" b="1" dirty="0">
                <a:solidFill>
                  <a:srgbClr val="C00000"/>
                </a:solidFill>
              </a:rPr>
              <a:t>月</a:t>
            </a:r>
            <a:r>
              <a:rPr lang="ja" sz="1500" b="1" dirty="0">
                <a:solidFill>
                  <a:srgbClr val="3F3F3F"/>
                </a:solidFill>
              </a:rPr>
              <a:t>菊芋活用実践塾＆陸稲、自然農野菜植え付け、播種</a:t>
            </a:r>
            <a:endParaRPr sz="1500" b="1" dirty="0">
              <a:solidFill>
                <a:srgbClr val="3F3F3F"/>
              </a:solidFill>
            </a:endParaRPr>
          </a:p>
          <a:p>
            <a:pPr marL="0" lvl="0" indent="0" algn="l" rtl="0">
              <a:lnSpc>
                <a:spcPct val="150000"/>
              </a:lnSpc>
              <a:spcBef>
                <a:spcPts val="0"/>
              </a:spcBef>
              <a:spcAft>
                <a:spcPts val="0"/>
              </a:spcAft>
              <a:buClr>
                <a:schemeClr val="dk1"/>
              </a:buClr>
              <a:buSzPts val="998"/>
              <a:buFont typeface="Arial"/>
              <a:buNone/>
            </a:pPr>
            <a:r>
              <a:rPr lang="ja" sz="1500" b="1" dirty="0">
                <a:solidFill>
                  <a:srgbClr val="3F3F3F"/>
                </a:solidFill>
              </a:rPr>
              <a:t>　ポタジェ（キッチンガーデン）菌ちゃん農法実践　</a:t>
            </a:r>
            <a:endParaRPr sz="1500" b="1" dirty="0">
              <a:solidFill>
                <a:srgbClr val="3F3F3F"/>
              </a:solidFill>
            </a:endParaRPr>
          </a:p>
          <a:p>
            <a:pPr>
              <a:lnSpc>
                <a:spcPct val="150000"/>
              </a:lnSpc>
              <a:buClr>
                <a:schemeClr val="dk1"/>
              </a:buClr>
              <a:buSzPts val="998"/>
            </a:pPr>
            <a:r>
              <a:rPr lang="ja" sz="1500" b="1" dirty="0">
                <a:solidFill>
                  <a:srgbClr val="C00000"/>
                </a:solidFill>
              </a:rPr>
              <a:t>・</a:t>
            </a:r>
            <a:r>
              <a:rPr lang="en-US" altLang="ja-JP" sz="1500" b="1" dirty="0">
                <a:solidFill>
                  <a:srgbClr val="C00000"/>
                </a:solidFill>
              </a:rPr>
              <a:t>6</a:t>
            </a:r>
            <a:r>
              <a:rPr lang="ja-JP" altLang="en-US" sz="1500" b="1" dirty="0">
                <a:solidFill>
                  <a:srgbClr val="C00000"/>
                </a:solidFill>
              </a:rPr>
              <a:t>月</a:t>
            </a:r>
            <a:r>
              <a:rPr lang="ja" sz="1500" b="1" dirty="0">
                <a:solidFill>
                  <a:srgbClr val="3F3F3F"/>
                </a:solidFill>
              </a:rPr>
              <a:t>野草を生活に</a:t>
            </a:r>
            <a:r>
              <a:rPr lang="ja-JP" altLang="en-US" sz="1500" b="1" dirty="0">
                <a:solidFill>
                  <a:srgbClr val="3F3F3F"/>
                </a:solidFill>
              </a:rPr>
              <a:t>落とし込み楽しみ見極め食べつくす。</a:t>
            </a:r>
          </a:p>
          <a:p>
            <a:pPr marL="0" lvl="0" indent="0" algn="l" rtl="0">
              <a:lnSpc>
                <a:spcPct val="150000"/>
              </a:lnSpc>
              <a:spcBef>
                <a:spcPts val="0"/>
              </a:spcBef>
              <a:spcAft>
                <a:spcPts val="0"/>
              </a:spcAft>
              <a:buClr>
                <a:schemeClr val="dk1"/>
              </a:buClr>
              <a:buSzPts val="998"/>
              <a:buFont typeface="Arial"/>
              <a:buNone/>
            </a:pPr>
            <a:r>
              <a:rPr lang="ja" sz="1500" b="1" dirty="0">
                <a:solidFill>
                  <a:srgbClr val="3F3F3F"/>
                </a:solidFill>
              </a:rPr>
              <a:t>　</a:t>
            </a:r>
            <a:r>
              <a:rPr lang="ja-JP" altLang="en-US" sz="1500" b="1" dirty="0">
                <a:solidFill>
                  <a:srgbClr val="3F3F3F"/>
                </a:solidFill>
              </a:rPr>
              <a:t>野草醤、</a:t>
            </a:r>
            <a:r>
              <a:rPr lang="ja" sz="1500" b="1" dirty="0">
                <a:solidFill>
                  <a:srgbClr val="3F3F3F"/>
                </a:solidFill>
              </a:rPr>
              <a:t>野草</a:t>
            </a:r>
            <a:r>
              <a:rPr lang="ja-JP" altLang="en-US" sz="1500" b="1" dirty="0">
                <a:solidFill>
                  <a:srgbClr val="3F3F3F"/>
                </a:solidFill>
              </a:rPr>
              <a:t>チンキ</a:t>
            </a:r>
            <a:r>
              <a:rPr lang="ja" sz="1500" b="1" dirty="0">
                <a:solidFill>
                  <a:srgbClr val="3F3F3F"/>
                </a:solidFill>
              </a:rPr>
              <a:t>と</a:t>
            </a:r>
            <a:r>
              <a:rPr lang="ja-JP" altLang="en-US" sz="1500" b="1" dirty="0">
                <a:solidFill>
                  <a:srgbClr val="3F3F3F"/>
                </a:solidFill>
              </a:rPr>
              <a:t>野草酵素</a:t>
            </a:r>
            <a:r>
              <a:rPr lang="ja" sz="1500" b="1" dirty="0">
                <a:solidFill>
                  <a:srgbClr val="3F3F3F"/>
                </a:solidFill>
              </a:rPr>
              <a:t>を作ります。　</a:t>
            </a:r>
            <a:endParaRPr sz="1500" b="1" dirty="0">
              <a:solidFill>
                <a:srgbClr val="3F3F3F"/>
              </a:solidFill>
            </a:endParaRPr>
          </a:p>
          <a:p>
            <a:pPr lvl="0">
              <a:lnSpc>
                <a:spcPct val="150000"/>
              </a:lnSpc>
              <a:buClr>
                <a:schemeClr val="dk1"/>
              </a:buClr>
              <a:buSzPts val="998"/>
            </a:pPr>
            <a:r>
              <a:rPr lang="ja" sz="1500" b="1" dirty="0">
                <a:solidFill>
                  <a:srgbClr val="C00000"/>
                </a:solidFill>
              </a:rPr>
              <a:t>・</a:t>
            </a:r>
            <a:r>
              <a:rPr lang="en-US" altLang="ja-JP" sz="1500" b="1" dirty="0">
                <a:solidFill>
                  <a:srgbClr val="C00000"/>
                </a:solidFill>
              </a:rPr>
              <a:t>8</a:t>
            </a:r>
            <a:r>
              <a:rPr lang="ja-JP" altLang="en-US" sz="1500" b="1" dirty="0">
                <a:solidFill>
                  <a:srgbClr val="C00000"/>
                </a:solidFill>
              </a:rPr>
              <a:t>月</a:t>
            </a:r>
            <a:r>
              <a:rPr lang="ja" altLang="ja-JP" sz="1500" b="1" dirty="0">
                <a:solidFill>
                  <a:srgbClr val="3F3F3F"/>
                </a:solidFill>
              </a:rPr>
              <a:t>陸稲＆野菜栽培観察、</a:t>
            </a:r>
            <a:r>
              <a:rPr lang="ja-JP" altLang="en-US" sz="1500" b="1" dirty="0">
                <a:solidFill>
                  <a:srgbClr val="3F3F3F"/>
                </a:solidFill>
              </a:rPr>
              <a:t>夏野菜を楽しみ食べ尽くす。</a:t>
            </a:r>
            <a:endParaRPr lang="en-US" altLang="ja-JP" sz="1500" b="1" dirty="0">
              <a:solidFill>
                <a:srgbClr val="3F3F3F"/>
              </a:solidFill>
            </a:endParaRPr>
          </a:p>
          <a:p>
            <a:pPr lvl="0">
              <a:lnSpc>
                <a:spcPct val="150000"/>
              </a:lnSpc>
              <a:buClr>
                <a:schemeClr val="dk1"/>
              </a:buClr>
              <a:buSzPts val="998"/>
            </a:pPr>
            <a:r>
              <a:rPr lang="ja-JP" altLang="en-US" sz="1500" b="1" dirty="0">
                <a:solidFill>
                  <a:srgbClr val="3F3F3F"/>
                </a:solidFill>
              </a:rPr>
              <a:t>竹細工で自分の箸、皿、カップ等々自分で創る</a:t>
            </a:r>
            <a:r>
              <a:rPr lang="en-US" altLang="ja-JP" sz="1500" b="1" dirty="0">
                <a:solidFill>
                  <a:srgbClr val="3F3F3F"/>
                </a:solidFill>
              </a:rPr>
              <a:t>2</a:t>
            </a:r>
            <a:r>
              <a:rPr lang="ja-JP" altLang="en-US" sz="1500" b="1" dirty="0">
                <a:solidFill>
                  <a:srgbClr val="3F3F3F"/>
                </a:solidFill>
              </a:rPr>
              <a:t>泊</a:t>
            </a:r>
            <a:r>
              <a:rPr lang="en-US" altLang="ja-JP" sz="1500" b="1" dirty="0">
                <a:solidFill>
                  <a:srgbClr val="3F3F3F"/>
                </a:solidFill>
              </a:rPr>
              <a:t>3</a:t>
            </a:r>
            <a:r>
              <a:rPr lang="ja-JP" altLang="en-US" sz="1500" b="1" dirty="0">
                <a:solidFill>
                  <a:srgbClr val="3F3F3F"/>
                </a:solidFill>
              </a:rPr>
              <a:t>日</a:t>
            </a:r>
          </a:p>
          <a:p>
            <a:pPr>
              <a:lnSpc>
                <a:spcPct val="150000"/>
              </a:lnSpc>
              <a:buClr>
                <a:schemeClr val="dk1"/>
              </a:buClr>
              <a:buSzPts val="998"/>
            </a:pPr>
            <a:r>
              <a:rPr lang="ja" sz="1500" b="1" dirty="0">
                <a:solidFill>
                  <a:srgbClr val="C00000"/>
                </a:solidFill>
              </a:rPr>
              <a:t>・</a:t>
            </a:r>
            <a:r>
              <a:rPr lang="en-US" altLang="ja-JP" sz="1500" b="1" dirty="0">
                <a:solidFill>
                  <a:srgbClr val="C00000"/>
                </a:solidFill>
              </a:rPr>
              <a:t>10</a:t>
            </a:r>
            <a:r>
              <a:rPr lang="ja-JP" altLang="en-US" sz="1500" b="1" dirty="0">
                <a:solidFill>
                  <a:srgbClr val="C00000"/>
                </a:solidFill>
              </a:rPr>
              <a:t>月</a:t>
            </a:r>
            <a:r>
              <a:rPr lang="ja-JP" altLang="en-US" sz="1500" b="1" dirty="0">
                <a:solidFill>
                  <a:srgbClr val="3F3F3F"/>
                </a:solidFill>
              </a:rPr>
              <a:t>醗酵</a:t>
            </a:r>
            <a:r>
              <a:rPr lang="ja" sz="1500" b="1" dirty="0">
                <a:solidFill>
                  <a:srgbClr val="3F3F3F"/>
                </a:solidFill>
              </a:rPr>
              <a:t>実践塾＆きのこを楽しむ　</a:t>
            </a:r>
            <a:r>
              <a:rPr lang="ja-JP" altLang="en-US" sz="1500" b="1" dirty="0">
                <a:solidFill>
                  <a:srgbClr val="3F3F3F"/>
                </a:solidFill>
              </a:rPr>
              <a:t>あらゆる醗酵を</a:t>
            </a:r>
            <a:endParaRPr lang="en-US" altLang="ja-JP" sz="1500" b="1" dirty="0">
              <a:solidFill>
                <a:srgbClr val="3F3F3F"/>
              </a:solidFill>
            </a:endParaRPr>
          </a:p>
          <a:p>
            <a:pPr marL="0" lvl="0" indent="0" algn="l" rtl="0">
              <a:lnSpc>
                <a:spcPct val="150000"/>
              </a:lnSpc>
              <a:spcBef>
                <a:spcPts val="0"/>
              </a:spcBef>
              <a:spcAft>
                <a:spcPts val="0"/>
              </a:spcAft>
              <a:buClr>
                <a:schemeClr val="dk1"/>
              </a:buClr>
              <a:buSzPts val="998"/>
              <a:buFont typeface="Arial"/>
              <a:buNone/>
            </a:pPr>
            <a:r>
              <a:rPr lang="ja-JP" altLang="en-US" sz="1500" b="1" dirty="0">
                <a:solidFill>
                  <a:srgbClr val="3F3F3F"/>
                </a:solidFill>
              </a:rPr>
              <a:t>　　を学ぶ。きのこ収穫体験と見極め</a:t>
            </a:r>
            <a:r>
              <a:rPr lang="en-US" altLang="ja-JP" sz="1500" b="1" dirty="0">
                <a:solidFill>
                  <a:srgbClr val="3F3F3F"/>
                </a:solidFill>
              </a:rPr>
              <a:t>3</a:t>
            </a:r>
            <a:r>
              <a:rPr lang="ja-JP" altLang="en-US" sz="1500" b="1" dirty="0">
                <a:solidFill>
                  <a:srgbClr val="3F3F3F"/>
                </a:solidFill>
              </a:rPr>
              <a:t>泊</a:t>
            </a:r>
            <a:r>
              <a:rPr lang="en-US" altLang="ja-JP" sz="1500" b="1" dirty="0">
                <a:solidFill>
                  <a:srgbClr val="3F3F3F"/>
                </a:solidFill>
              </a:rPr>
              <a:t>4</a:t>
            </a:r>
            <a:r>
              <a:rPr lang="ja-JP" altLang="en-US" sz="1500" b="1" dirty="0">
                <a:solidFill>
                  <a:srgbClr val="3F3F3F"/>
                </a:solidFill>
              </a:rPr>
              <a:t>日</a:t>
            </a:r>
            <a:endParaRPr sz="1500" b="1" dirty="0">
              <a:solidFill>
                <a:srgbClr val="3F3F3F"/>
              </a:solidFill>
            </a:endParaRPr>
          </a:p>
          <a:p>
            <a:pPr>
              <a:lnSpc>
                <a:spcPct val="150000"/>
              </a:lnSpc>
              <a:buClr>
                <a:schemeClr val="dk1"/>
              </a:buClr>
              <a:buSzPts val="998"/>
            </a:pPr>
            <a:r>
              <a:rPr lang="ja" sz="1500" b="1" dirty="0">
                <a:solidFill>
                  <a:srgbClr val="C00000"/>
                </a:solidFill>
              </a:rPr>
              <a:t>・</a:t>
            </a:r>
            <a:r>
              <a:rPr lang="en-US" altLang="ja-JP" sz="1500" b="1" dirty="0">
                <a:solidFill>
                  <a:srgbClr val="C00000"/>
                </a:solidFill>
              </a:rPr>
              <a:t>12</a:t>
            </a:r>
            <a:r>
              <a:rPr lang="ja-JP" altLang="en-US" sz="1500" b="1" dirty="0">
                <a:solidFill>
                  <a:srgbClr val="C00000"/>
                </a:solidFill>
              </a:rPr>
              <a:t>月</a:t>
            </a:r>
            <a:r>
              <a:rPr lang="ja" sz="1500" b="1" dirty="0">
                <a:solidFill>
                  <a:srgbClr val="3F3F3F"/>
                </a:solidFill>
              </a:rPr>
              <a:t>芋堀り＆</a:t>
            </a:r>
            <a:r>
              <a:rPr lang="ja-JP" altLang="en-US" sz="1500" b="1" dirty="0">
                <a:solidFill>
                  <a:srgbClr val="3F3F3F"/>
                </a:solidFill>
              </a:rPr>
              <a:t>乾物活用を楽しみ学ぶ。１泊</a:t>
            </a:r>
            <a:r>
              <a:rPr lang="en-US" altLang="ja-JP" sz="1500" b="1" dirty="0">
                <a:solidFill>
                  <a:srgbClr val="3F3F3F"/>
                </a:solidFill>
              </a:rPr>
              <a:t>2</a:t>
            </a:r>
            <a:r>
              <a:rPr lang="ja-JP" altLang="en-US" sz="1500" b="1" dirty="0">
                <a:solidFill>
                  <a:srgbClr val="3F3F3F"/>
                </a:solidFill>
              </a:rPr>
              <a:t>日</a:t>
            </a:r>
          </a:p>
          <a:p>
            <a:pPr>
              <a:lnSpc>
                <a:spcPct val="150000"/>
              </a:lnSpc>
              <a:buClr>
                <a:schemeClr val="dk1"/>
              </a:buClr>
              <a:buSzPts val="998"/>
            </a:pPr>
            <a:r>
              <a:rPr lang="ja-JP" altLang="en-US" sz="1500" b="1" dirty="0">
                <a:solidFill>
                  <a:srgbClr val="C00000"/>
                </a:solidFill>
              </a:rPr>
              <a:t>・</a:t>
            </a:r>
            <a:r>
              <a:rPr lang="en-US" altLang="ja-JP" sz="1500" b="1" dirty="0">
                <a:solidFill>
                  <a:srgbClr val="C00000"/>
                </a:solidFill>
              </a:rPr>
              <a:t>2</a:t>
            </a:r>
            <a:r>
              <a:rPr lang="ja-JP" altLang="en-US" sz="1500" b="1" dirty="0">
                <a:solidFill>
                  <a:srgbClr val="C00000"/>
                </a:solidFill>
              </a:rPr>
              <a:t>月</a:t>
            </a:r>
            <a:r>
              <a:rPr lang="ja" sz="1500" b="1" dirty="0">
                <a:solidFill>
                  <a:srgbClr val="3F3F3F"/>
                </a:solidFill>
              </a:rPr>
              <a:t>米、米粉のフランス菓子＆</a:t>
            </a:r>
            <a:r>
              <a:rPr lang="ja-JP" altLang="en-US" sz="1500" b="1" dirty="0">
                <a:solidFill>
                  <a:srgbClr val="3F3F3F"/>
                </a:solidFill>
              </a:rPr>
              <a:t>米パンを学ぶ１泊２日</a:t>
            </a:r>
            <a:r>
              <a:rPr lang="ja" sz="1500" b="1" dirty="0">
                <a:solidFill>
                  <a:srgbClr val="3F3F3F"/>
                </a:solidFill>
              </a:rPr>
              <a:t>　</a:t>
            </a:r>
            <a:r>
              <a:rPr lang="ja" altLang="en-US" sz="1500" b="1" dirty="0">
                <a:solidFill>
                  <a:srgbClr val="3F3F3F"/>
                </a:solidFill>
              </a:rPr>
              <a:t>　　　　　　　　　　　　　　　　　　　　　　　　　　　　</a:t>
            </a:r>
          </a:p>
          <a:p>
            <a:pPr marL="0" lvl="0" indent="0" algn="l" rtl="0">
              <a:lnSpc>
                <a:spcPct val="150000"/>
              </a:lnSpc>
              <a:spcBef>
                <a:spcPts val="0"/>
              </a:spcBef>
              <a:spcAft>
                <a:spcPts val="0"/>
              </a:spcAft>
              <a:buClr>
                <a:schemeClr val="dk1"/>
              </a:buClr>
              <a:buSzPts val="998"/>
              <a:buFont typeface="Arial"/>
              <a:buNone/>
            </a:pPr>
            <a:endParaRPr sz="1500" b="1" dirty="0">
              <a:solidFill>
                <a:srgbClr val="3F3F3F"/>
              </a:solidFill>
            </a:endParaRPr>
          </a:p>
          <a:p>
            <a:pPr marL="0" lvl="0" indent="0" algn="l" rtl="0">
              <a:lnSpc>
                <a:spcPct val="150000"/>
              </a:lnSpc>
              <a:spcBef>
                <a:spcPts val="0"/>
              </a:spcBef>
              <a:spcAft>
                <a:spcPts val="0"/>
              </a:spcAft>
              <a:buClr>
                <a:schemeClr val="dk1"/>
              </a:buClr>
              <a:buSzPts val="2100"/>
              <a:buFont typeface="Arial"/>
              <a:buNone/>
            </a:pPr>
            <a:endParaRPr sz="2100" b="1" dirty="0">
              <a:solidFill>
                <a:srgbClr val="3F3F3F"/>
              </a:solidFill>
            </a:endParaRPr>
          </a:p>
        </p:txBody>
      </p:sp>
      <p:sp>
        <p:nvSpPr>
          <p:cNvPr id="357" name="Google Shape;357;p43"/>
          <p:cNvSpPr txBox="1"/>
          <p:nvPr/>
        </p:nvSpPr>
        <p:spPr>
          <a:xfrm>
            <a:off x="4906537" y="1352650"/>
            <a:ext cx="3831338" cy="2180700"/>
          </a:xfrm>
          <a:prstGeom prst="rect">
            <a:avLst/>
          </a:prstGeom>
          <a:noFill/>
          <a:ln>
            <a:noFill/>
          </a:ln>
        </p:spPr>
        <p:txBody>
          <a:bodyPr spcFirstLastPara="1" wrap="square" lIns="68575" tIns="34275" rIns="68575" bIns="34275" anchor="t" anchorCtr="0">
            <a:noAutofit/>
          </a:bodyPr>
          <a:lstStyle/>
          <a:p>
            <a:pPr marL="0" lvl="0" indent="0" algn="l" rtl="0">
              <a:lnSpc>
                <a:spcPct val="150000"/>
              </a:lnSpc>
              <a:spcBef>
                <a:spcPts val="0"/>
              </a:spcBef>
              <a:spcAft>
                <a:spcPts val="0"/>
              </a:spcAft>
              <a:buClr>
                <a:schemeClr val="dk1"/>
              </a:buClr>
              <a:buSzPts val="2100"/>
              <a:buFont typeface="Arial"/>
              <a:buNone/>
            </a:pPr>
            <a:r>
              <a:rPr lang="ja" sz="2100" b="1" dirty="0">
                <a:solidFill>
                  <a:srgbClr val="C00000"/>
                </a:solidFill>
              </a:rPr>
              <a:t>【特別限定特典】</a:t>
            </a:r>
            <a:endParaRPr lang="ja-JP" altLang="en-US" sz="1205" dirty="0">
              <a:solidFill>
                <a:schemeClr val="dk1"/>
              </a:solidFill>
            </a:endParaRPr>
          </a:p>
          <a:p>
            <a:pPr marL="0" lvl="0" indent="0" algn="l" rtl="0">
              <a:lnSpc>
                <a:spcPct val="130000"/>
              </a:lnSpc>
              <a:spcBef>
                <a:spcPts val="0"/>
              </a:spcBef>
              <a:spcAft>
                <a:spcPts val="0"/>
              </a:spcAft>
              <a:buClr>
                <a:schemeClr val="dk1"/>
              </a:buClr>
              <a:buSzPts val="1155"/>
              <a:buFont typeface="Arial"/>
              <a:buNone/>
            </a:pPr>
            <a:r>
              <a:rPr lang="ja-JP" altLang="en-US" sz="1754" b="1" dirty="0">
                <a:solidFill>
                  <a:srgbClr val="C00000"/>
                </a:solidFill>
              </a:rPr>
              <a:t>・ラインフォロー無期限</a:t>
            </a:r>
          </a:p>
          <a:p>
            <a:pPr marL="0" lvl="0" indent="0" algn="l" rtl="0">
              <a:lnSpc>
                <a:spcPct val="130000"/>
              </a:lnSpc>
              <a:spcBef>
                <a:spcPts val="0"/>
              </a:spcBef>
              <a:spcAft>
                <a:spcPts val="0"/>
              </a:spcAft>
              <a:buClr>
                <a:schemeClr val="dk1"/>
              </a:buClr>
              <a:buSzPts val="1155"/>
              <a:buFont typeface="Arial"/>
              <a:buNone/>
            </a:pPr>
            <a:r>
              <a:rPr lang="ja" sz="1754" b="1" dirty="0">
                <a:solidFill>
                  <a:srgbClr val="C00000"/>
                </a:solidFill>
              </a:rPr>
              <a:t>・リアルいつでも圃場見学OK</a:t>
            </a:r>
            <a:endParaRPr sz="1754" b="1" dirty="0">
              <a:solidFill>
                <a:srgbClr val="C00000"/>
              </a:solidFill>
            </a:endParaRPr>
          </a:p>
          <a:p>
            <a:pPr marL="0" lvl="0" indent="0" algn="l" rtl="0">
              <a:lnSpc>
                <a:spcPct val="130000"/>
              </a:lnSpc>
              <a:spcBef>
                <a:spcPts val="0"/>
              </a:spcBef>
              <a:spcAft>
                <a:spcPts val="0"/>
              </a:spcAft>
              <a:buClr>
                <a:schemeClr val="dk1"/>
              </a:buClr>
              <a:buSzPts val="1155"/>
              <a:buFont typeface="Arial"/>
              <a:buNone/>
            </a:pPr>
            <a:r>
              <a:rPr lang="ja" sz="1754" b="1" dirty="0">
                <a:solidFill>
                  <a:srgbClr val="C00000"/>
                </a:solidFill>
              </a:rPr>
              <a:t>・フランス菓子基礎動画プレゼント</a:t>
            </a:r>
            <a:endParaRPr sz="1754" b="1" dirty="0">
              <a:solidFill>
                <a:srgbClr val="C00000"/>
              </a:solidFill>
            </a:endParaRPr>
          </a:p>
          <a:p>
            <a:pPr marL="0" lvl="0" indent="0" algn="l" rtl="0">
              <a:lnSpc>
                <a:spcPct val="130000"/>
              </a:lnSpc>
              <a:spcBef>
                <a:spcPts val="0"/>
              </a:spcBef>
              <a:spcAft>
                <a:spcPts val="0"/>
              </a:spcAft>
              <a:buClr>
                <a:schemeClr val="dk1"/>
              </a:buClr>
              <a:buSzPts val="1155"/>
              <a:buFont typeface="Arial"/>
              <a:buNone/>
            </a:pPr>
            <a:r>
              <a:rPr lang="ja" sz="1754" b="1" dirty="0">
                <a:solidFill>
                  <a:srgbClr val="C00000"/>
                </a:solidFill>
              </a:rPr>
              <a:t>・FBグループ参加</a:t>
            </a:r>
            <a:endParaRPr lang="ja-JP" altLang="en-US" sz="1754" b="1" dirty="0">
              <a:solidFill>
                <a:srgbClr val="C00000"/>
              </a:solidFill>
            </a:endParaRPr>
          </a:p>
          <a:p>
            <a:pPr marL="0" marR="0" lvl="0" indent="0" algn="l" rtl="0">
              <a:lnSpc>
                <a:spcPct val="130000"/>
              </a:lnSpc>
              <a:spcBef>
                <a:spcPts val="0"/>
              </a:spcBef>
              <a:spcAft>
                <a:spcPts val="0"/>
              </a:spcAft>
              <a:buClr>
                <a:srgbClr val="000000"/>
              </a:buClr>
              <a:buSzPts val="1155"/>
              <a:buFont typeface="Arial"/>
              <a:buNone/>
            </a:pPr>
            <a:endParaRPr sz="1754" b="1" i="0" u="none" strike="noStrike" cap="none" dirty="0">
              <a:solidFill>
                <a:srgbClr val="3F3F3F"/>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pic>
        <p:nvPicPr>
          <p:cNvPr id="363" name="Google Shape;363;p44"/>
          <p:cNvPicPr preferRelativeResize="0"/>
          <p:nvPr/>
        </p:nvPicPr>
        <p:blipFill rotWithShape="1">
          <a:blip r:embed="rId3">
            <a:alphaModFix/>
          </a:blip>
          <a:srcRect/>
          <a:stretch/>
        </p:blipFill>
        <p:spPr>
          <a:xfrm>
            <a:off x="0" y="0"/>
            <a:ext cx="9077325" cy="5143500"/>
          </a:xfrm>
          <a:prstGeom prst="rect">
            <a:avLst/>
          </a:prstGeom>
          <a:noFill/>
          <a:ln>
            <a:noFill/>
          </a:ln>
        </p:spPr>
      </p:pic>
      <p:sp>
        <p:nvSpPr>
          <p:cNvPr id="364" name="Google Shape;364;p44"/>
          <p:cNvSpPr txBox="1">
            <a:spLocks noGrp="1"/>
          </p:cNvSpPr>
          <p:nvPr>
            <p:ph type="ctrTitle"/>
          </p:nvPr>
        </p:nvSpPr>
        <p:spPr>
          <a:xfrm>
            <a:off x="1143000" y="419352"/>
            <a:ext cx="6858000" cy="424500"/>
          </a:xfrm>
          <a:prstGeom prst="rect">
            <a:avLst/>
          </a:prstGeom>
          <a:noFill/>
          <a:ln>
            <a:noFill/>
          </a:ln>
        </p:spPr>
        <p:txBody>
          <a:bodyPr spcFirstLastPara="1" wrap="square" lIns="68575" tIns="34275" rIns="68575" bIns="34275" anchor="ctr" anchorCtr="0">
            <a:normAutofit fontScale="90000"/>
          </a:bodyPr>
          <a:lstStyle/>
          <a:p>
            <a:pPr marL="0" lvl="0" indent="0" algn="ctr" rtl="0">
              <a:lnSpc>
                <a:spcPct val="90000"/>
              </a:lnSpc>
              <a:spcBef>
                <a:spcPts val="0"/>
              </a:spcBef>
              <a:spcAft>
                <a:spcPts val="0"/>
              </a:spcAft>
              <a:buClr>
                <a:schemeClr val="dk1"/>
              </a:buClr>
              <a:buSzPct val="185185"/>
              <a:buFont typeface="Calibri"/>
              <a:buNone/>
            </a:pPr>
            <a:r>
              <a:rPr lang="ja" sz="2700" b="1">
                <a:solidFill>
                  <a:srgbClr val="3F3F3F"/>
                </a:solidFill>
                <a:latin typeface="Arial"/>
                <a:ea typeface="Arial"/>
                <a:cs typeface="Arial"/>
                <a:sym typeface="Arial"/>
              </a:rPr>
              <a:t>メニューのご紹介</a:t>
            </a:r>
            <a:endParaRPr/>
          </a:p>
        </p:txBody>
      </p:sp>
      <p:sp>
        <p:nvSpPr>
          <p:cNvPr id="365" name="Google Shape;365;p44"/>
          <p:cNvSpPr txBox="1">
            <a:spLocks noGrp="1"/>
          </p:cNvSpPr>
          <p:nvPr>
            <p:ph type="subTitle" idx="1"/>
          </p:nvPr>
        </p:nvSpPr>
        <p:spPr>
          <a:xfrm>
            <a:off x="698500" y="889000"/>
            <a:ext cx="6721900" cy="636725"/>
          </a:xfrm>
          <a:prstGeom prst="rect">
            <a:avLst/>
          </a:prstGeom>
          <a:noFill/>
          <a:ln>
            <a:noFill/>
          </a:ln>
        </p:spPr>
        <p:txBody>
          <a:bodyPr spcFirstLastPara="1" wrap="square" lIns="68575" tIns="34275" rIns="68575" bIns="34275" anchor="t" anchorCtr="0">
            <a:noAutofit/>
          </a:bodyPr>
          <a:lstStyle/>
          <a:p>
            <a:pPr marL="342900" lvl="0" indent="-304800">
              <a:lnSpc>
                <a:spcPct val="90000"/>
              </a:lnSpc>
              <a:spcBef>
                <a:spcPts val="800"/>
              </a:spcBef>
              <a:buClr>
                <a:schemeClr val="dk1"/>
              </a:buClr>
              <a:buSzPts val="1800"/>
            </a:pPr>
            <a:r>
              <a:rPr lang="ja" sz="2700" b="1">
                <a:solidFill>
                  <a:srgbClr val="7F6000"/>
                </a:solidFill>
              </a:rPr>
              <a:t>　　　</a:t>
            </a:r>
            <a:r>
              <a:rPr lang="ja" altLang="ja-JP" sz="2700" b="1" dirty="0">
                <a:solidFill>
                  <a:srgbClr val="C00000"/>
                </a:solidFill>
              </a:rPr>
              <a:t>天給自足半年</a:t>
            </a:r>
            <a:r>
              <a:rPr lang="ja-JP" altLang="en-US" sz="2700" b="1" dirty="0">
                <a:solidFill>
                  <a:srgbClr val="C00000"/>
                </a:solidFill>
              </a:rPr>
              <a:t>コ</a:t>
            </a:r>
            <a:r>
              <a:rPr lang="ja" sz="2700" b="1" dirty="0">
                <a:solidFill>
                  <a:srgbClr val="C00000"/>
                </a:solidFill>
              </a:rPr>
              <a:t>ース</a:t>
            </a:r>
            <a:r>
              <a:rPr lang="ja">
                <a:solidFill>
                  <a:srgbClr val="3F3F3F"/>
                </a:solidFill>
              </a:rPr>
              <a:t>　　     　　　　　</a:t>
            </a:r>
            <a:r>
              <a:rPr lang="ja"/>
              <a:t>　　　　　　　　　　</a:t>
            </a:r>
            <a:br>
              <a:rPr lang="ja"/>
            </a:br>
            <a:endParaRPr lang="ja-JP" altLang="en-US" sz="1500" dirty="0"/>
          </a:p>
        </p:txBody>
      </p:sp>
      <p:sp>
        <p:nvSpPr>
          <p:cNvPr id="366" name="Google Shape;366;p44"/>
          <p:cNvSpPr/>
          <p:nvPr/>
        </p:nvSpPr>
        <p:spPr>
          <a:xfrm>
            <a:off x="5168727" y="3166946"/>
            <a:ext cx="3063300" cy="1855903"/>
          </a:xfrm>
          <a:prstGeom prst="horizontalScroll">
            <a:avLst>
              <a:gd name="adj" fmla="val 12500"/>
            </a:avLst>
          </a:prstGeom>
          <a:solidFill>
            <a:schemeClr val="accent1"/>
          </a:solidFill>
          <a:ln w="25400" cap="flat" cmpd="sng">
            <a:solidFill>
              <a:srgbClr val="31538F"/>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None/>
            </a:pPr>
            <a:r>
              <a:rPr lang="ja" sz="1500" b="1" dirty="0">
                <a:solidFill>
                  <a:schemeClr val="lt1"/>
                </a:solidFill>
              </a:rPr>
              <a:t>発酵と菊芋の加工、天給自足（野草、きのこ、山菜</a:t>
            </a:r>
            <a:r>
              <a:rPr lang="ja-JP" altLang="en-US" sz="1500" b="1" dirty="0">
                <a:solidFill>
                  <a:schemeClr val="lt1"/>
                </a:solidFill>
              </a:rPr>
              <a:t>を</a:t>
            </a:r>
            <a:r>
              <a:rPr lang="ja" sz="1500" b="1" dirty="0">
                <a:solidFill>
                  <a:schemeClr val="lt1"/>
                </a:solidFill>
              </a:rPr>
              <a:t>）</a:t>
            </a:r>
            <a:r>
              <a:rPr lang="ja-JP" altLang="en-US" sz="1500" b="1" dirty="0">
                <a:solidFill>
                  <a:schemeClr val="lt1"/>
                </a:solidFill>
              </a:rPr>
              <a:t>を学び実践できるようになり家族の健康が実現できます</a:t>
            </a:r>
            <a:endParaRPr sz="1500" b="1" i="0" u="none" strike="noStrike" cap="none" dirty="0">
              <a:solidFill>
                <a:schemeClr val="lt1"/>
              </a:solidFill>
              <a:latin typeface="Arial"/>
              <a:ea typeface="Arial"/>
              <a:cs typeface="Arial"/>
              <a:sym typeface="Arial"/>
            </a:endParaRPr>
          </a:p>
        </p:txBody>
      </p:sp>
      <p:sp>
        <p:nvSpPr>
          <p:cNvPr id="367" name="Google Shape;367;p44"/>
          <p:cNvSpPr txBox="1"/>
          <p:nvPr/>
        </p:nvSpPr>
        <p:spPr>
          <a:xfrm>
            <a:off x="421481" y="1525725"/>
            <a:ext cx="4708346" cy="3198423"/>
          </a:xfrm>
          <a:prstGeom prst="rect">
            <a:avLst/>
          </a:prstGeom>
          <a:noFill/>
          <a:ln>
            <a:noFill/>
          </a:ln>
        </p:spPr>
        <p:txBody>
          <a:bodyPr spcFirstLastPara="1" wrap="square" lIns="68575" tIns="34275" rIns="68575" bIns="34275" anchor="t" anchorCtr="0">
            <a:noAutofit/>
          </a:bodyPr>
          <a:lstStyle/>
          <a:p>
            <a:pPr marL="0" lvl="0" indent="0" algn="l" rtl="0">
              <a:lnSpc>
                <a:spcPct val="150000"/>
              </a:lnSpc>
              <a:spcBef>
                <a:spcPts val="0"/>
              </a:spcBef>
              <a:spcAft>
                <a:spcPts val="0"/>
              </a:spcAft>
              <a:buClr>
                <a:schemeClr val="dk1"/>
              </a:buClr>
              <a:buSzPct val="100000"/>
              <a:buFont typeface="Arial"/>
              <a:buNone/>
            </a:pPr>
            <a:r>
              <a:rPr lang="ja-JP" altLang="en-US" b="1" dirty="0">
                <a:solidFill>
                  <a:srgbClr val="C00000"/>
                </a:solidFill>
              </a:rPr>
              <a:t>●天給自足を生活に落とし込み家族の健康を実現</a:t>
            </a:r>
          </a:p>
          <a:p>
            <a:pPr lvl="0">
              <a:lnSpc>
                <a:spcPct val="150000"/>
              </a:lnSpc>
              <a:buClr>
                <a:schemeClr val="dk1"/>
              </a:buClr>
              <a:buSzPts val="998"/>
            </a:pPr>
            <a:r>
              <a:rPr lang="ja-JP" altLang="en-US" b="1" dirty="0">
                <a:solidFill>
                  <a:srgbClr val="C00000"/>
                </a:solidFill>
              </a:rPr>
              <a:t>・</a:t>
            </a:r>
            <a:r>
              <a:rPr lang="en-US" altLang="ja-JP" b="1" dirty="0">
                <a:solidFill>
                  <a:srgbClr val="C00000"/>
                </a:solidFill>
              </a:rPr>
              <a:t>4</a:t>
            </a:r>
            <a:r>
              <a:rPr lang="ja-JP" altLang="en-US" b="1" dirty="0">
                <a:solidFill>
                  <a:srgbClr val="C00000"/>
                </a:solidFill>
              </a:rPr>
              <a:t>月</a:t>
            </a:r>
            <a:r>
              <a:rPr lang="ja-JP" altLang="en-US" b="1" dirty="0">
                <a:solidFill>
                  <a:srgbClr val="3F3F3F"/>
                </a:solidFill>
              </a:rPr>
              <a:t>菊芋活用実践塾＆陸稲、自然農野菜植え付け、播種</a:t>
            </a:r>
          </a:p>
          <a:p>
            <a:pPr lvl="0">
              <a:lnSpc>
                <a:spcPct val="150000"/>
              </a:lnSpc>
              <a:buClr>
                <a:schemeClr val="dk1"/>
              </a:buClr>
              <a:buSzPts val="998"/>
            </a:pPr>
            <a:r>
              <a:rPr lang="ja-JP" altLang="en-US" b="1" dirty="0">
                <a:solidFill>
                  <a:srgbClr val="3F3F3F"/>
                </a:solidFill>
              </a:rPr>
              <a:t>　ポタジェ（キッチンガーデン）農法実践　２泊３日</a:t>
            </a:r>
          </a:p>
          <a:p>
            <a:pPr>
              <a:lnSpc>
                <a:spcPct val="150000"/>
              </a:lnSpc>
              <a:buClr>
                <a:schemeClr val="dk1"/>
              </a:buClr>
              <a:buSzPts val="998"/>
            </a:pPr>
            <a:r>
              <a:rPr lang="ja-JP" altLang="en-US" b="1" dirty="0">
                <a:solidFill>
                  <a:srgbClr val="C00000"/>
                </a:solidFill>
              </a:rPr>
              <a:t>・</a:t>
            </a:r>
            <a:r>
              <a:rPr lang="en-US" altLang="ja-JP" b="1" dirty="0">
                <a:solidFill>
                  <a:srgbClr val="C00000"/>
                </a:solidFill>
              </a:rPr>
              <a:t>6</a:t>
            </a:r>
            <a:r>
              <a:rPr lang="ja-JP" altLang="en-US" b="1" dirty="0">
                <a:solidFill>
                  <a:srgbClr val="C00000"/>
                </a:solidFill>
              </a:rPr>
              <a:t>月</a:t>
            </a:r>
            <a:r>
              <a:rPr lang="ja-JP" altLang="en-US" b="1" dirty="0">
                <a:solidFill>
                  <a:srgbClr val="3F3F3F"/>
                </a:solidFill>
              </a:rPr>
              <a:t>野草を生活に落とし込み楽しみ見極め食べつくす。</a:t>
            </a:r>
          </a:p>
          <a:p>
            <a:pPr lvl="0">
              <a:lnSpc>
                <a:spcPct val="150000"/>
              </a:lnSpc>
              <a:buClr>
                <a:schemeClr val="dk1"/>
              </a:buClr>
              <a:buSzPts val="998"/>
            </a:pPr>
            <a:r>
              <a:rPr lang="ja-JP" altLang="en-US" b="1" dirty="0">
                <a:solidFill>
                  <a:srgbClr val="3F3F3F"/>
                </a:solidFill>
              </a:rPr>
              <a:t>　野草醤、野草チンキと野草酵素を作ります。２泊３日　</a:t>
            </a:r>
          </a:p>
          <a:p>
            <a:pPr lvl="0">
              <a:lnSpc>
                <a:spcPct val="150000"/>
              </a:lnSpc>
              <a:buClr>
                <a:schemeClr val="dk1"/>
              </a:buClr>
              <a:buSzPts val="998"/>
            </a:pPr>
            <a:r>
              <a:rPr lang="ja-JP" altLang="en-US" b="1" dirty="0">
                <a:solidFill>
                  <a:srgbClr val="C00000"/>
                </a:solidFill>
              </a:rPr>
              <a:t>・</a:t>
            </a:r>
            <a:r>
              <a:rPr lang="en-US" altLang="ja-JP" b="1" dirty="0">
                <a:solidFill>
                  <a:srgbClr val="C00000"/>
                </a:solidFill>
              </a:rPr>
              <a:t>8</a:t>
            </a:r>
            <a:r>
              <a:rPr lang="ja-JP" altLang="en-US" b="1" dirty="0">
                <a:solidFill>
                  <a:srgbClr val="C00000"/>
                </a:solidFill>
              </a:rPr>
              <a:t>月</a:t>
            </a:r>
            <a:r>
              <a:rPr lang="ja" altLang="ja-JP" b="1" dirty="0">
                <a:solidFill>
                  <a:srgbClr val="3F3F3F"/>
                </a:solidFill>
              </a:rPr>
              <a:t>陸稲＆野菜栽培観察、</a:t>
            </a:r>
            <a:r>
              <a:rPr lang="ja-JP" altLang="en-US" b="1" dirty="0">
                <a:solidFill>
                  <a:srgbClr val="3F3F3F"/>
                </a:solidFill>
              </a:rPr>
              <a:t>夏野菜を楽しみ食べ尽くす。</a:t>
            </a:r>
            <a:endParaRPr lang="en-US" altLang="ja-JP" b="1" dirty="0">
              <a:solidFill>
                <a:srgbClr val="3F3F3F"/>
              </a:solidFill>
            </a:endParaRPr>
          </a:p>
          <a:p>
            <a:pPr lvl="0">
              <a:lnSpc>
                <a:spcPct val="150000"/>
              </a:lnSpc>
              <a:buClr>
                <a:schemeClr val="dk1"/>
              </a:buClr>
              <a:buSzPts val="998"/>
            </a:pPr>
            <a:r>
              <a:rPr lang="ja-JP" altLang="en-US" b="1" dirty="0">
                <a:solidFill>
                  <a:srgbClr val="3F3F3F"/>
                </a:solidFill>
              </a:rPr>
              <a:t>竹細工で自分の箸、皿、カップ等々自分で創る</a:t>
            </a:r>
            <a:r>
              <a:rPr lang="en-US" altLang="ja-JP" b="1" dirty="0">
                <a:solidFill>
                  <a:srgbClr val="3F3F3F"/>
                </a:solidFill>
              </a:rPr>
              <a:t>2</a:t>
            </a:r>
            <a:r>
              <a:rPr lang="ja-JP" altLang="en-US" b="1" dirty="0">
                <a:solidFill>
                  <a:srgbClr val="3F3F3F"/>
                </a:solidFill>
              </a:rPr>
              <a:t>泊</a:t>
            </a:r>
            <a:r>
              <a:rPr lang="en-US" altLang="ja-JP" b="1" dirty="0">
                <a:solidFill>
                  <a:srgbClr val="3F3F3F"/>
                </a:solidFill>
              </a:rPr>
              <a:t>3</a:t>
            </a:r>
            <a:r>
              <a:rPr lang="ja-JP" altLang="en-US" sz="1800" b="1" dirty="0">
                <a:solidFill>
                  <a:srgbClr val="3F3F3F"/>
                </a:solidFill>
              </a:rPr>
              <a:t>日</a:t>
            </a:r>
            <a:endParaRPr lang="ja-JP" altLang="en-US" b="1" dirty="0">
              <a:solidFill>
                <a:srgbClr val="3F3F3F"/>
              </a:solidFill>
            </a:endParaRPr>
          </a:p>
          <a:p>
            <a:pPr>
              <a:lnSpc>
                <a:spcPct val="150000"/>
              </a:lnSpc>
              <a:buClr>
                <a:schemeClr val="dk1"/>
              </a:buClr>
              <a:buSzPts val="998"/>
            </a:pPr>
            <a:r>
              <a:rPr lang="ja-JP" altLang="en-US" b="1" dirty="0">
                <a:solidFill>
                  <a:srgbClr val="C00000"/>
                </a:solidFill>
              </a:rPr>
              <a:t>・</a:t>
            </a:r>
            <a:r>
              <a:rPr lang="en-US" altLang="ja-JP" b="1" dirty="0">
                <a:solidFill>
                  <a:srgbClr val="C00000"/>
                </a:solidFill>
              </a:rPr>
              <a:t>10</a:t>
            </a:r>
            <a:r>
              <a:rPr lang="ja-JP" altLang="en-US" b="1" dirty="0">
                <a:solidFill>
                  <a:srgbClr val="C00000"/>
                </a:solidFill>
              </a:rPr>
              <a:t>月</a:t>
            </a:r>
            <a:r>
              <a:rPr lang="ja-JP" altLang="en-US" b="1" dirty="0">
                <a:solidFill>
                  <a:srgbClr val="3F3F3F"/>
                </a:solidFill>
              </a:rPr>
              <a:t>醗酵実践塾＆きのこを楽しむ会　あらゆる醗酵を</a:t>
            </a:r>
          </a:p>
          <a:p>
            <a:pPr lvl="0">
              <a:lnSpc>
                <a:spcPct val="150000"/>
              </a:lnSpc>
              <a:buClr>
                <a:schemeClr val="dk1"/>
              </a:buClr>
              <a:buSzPts val="998"/>
            </a:pPr>
            <a:r>
              <a:rPr lang="ja-JP" altLang="en-US" b="1" dirty="0">
                <a:solidFill>
                  <a:srgbClr val="3F3F3F"/>
                </a:solidFill>
              </a:rPr>
              <a:t>　　を学ぶ。きのこ収穫体験と見極め３泊４日</a:t>
            </a:r>
          </a:p>
          <a:p>
            <a:pPr marL="0" lvl="0" indent="0" algn="l" rtl="0">
              <a:lnSpc>
                <a:spcPct val="150000"/>
              </a:lnSpc>
              <a:spcBef>
                <a:spcPts val="0"/>
              </a:spcBef>
              <a:spcAft>
                <a:spcPts val="0"/>
              </a:spcAft>
              <a:buClr>
                <a:schemeClr val="dk1"/>
              </a:buClr>
              <a:buSzPct val="100000"/>
              <a:buFont typeface="Arial"/>
              <a:buNone/>
            </a:pPr>
            <a:endParaRPr lang="ja-JP" altLang="en-US" b="1" dirty="0">
              <a:solidFill>
                <a:srgbClr val="C00000"/>
              </a:solidFill>
            </a:endParaRPr>
          </a:p>
          <a:p>
            <a:pPr marL="0" lvl="0" indent="0" algn="l" rtl="0">
              <a:lnSpc>
                <a:spcPct val="150000"/>
              </a:lnSpc>
              <a:spcBef>
                <a:spcPts val="0"/>
              </a:spcBef>
              <a:spcAft>
                <a:spcPts val="0"/>
              </a:spcAft>
              <a:buClr>
                <a:schemeClr val="dk1"/>
              </a:buClr>
              <a:buSzPct val="73807"/>
              <a:buFont typeface="Arial"/>
              <a:buNone/>
            </a:pPr>
            <a:endParaRPr lang="ja-JP" altLang="en-US" b="1" dirty="0">
              <a:solidFill>
                <a:srgbClr val="3F3F3F"/>
              </a:solidFill>
            </a:endParaRPr>
          </a:p>
          <a:p>
            <a:pPr marL="0" lvl="0" indent="0" algn="l" rtl="0">
              <a:lnSpc>
                <a:spcPct val="150000"/>
              </a:lnSpc>
              <a:spcBef>
                <a:spcPts val="0"/>
              </a:spcBef>
              <a:spcAft>
                <a:spcPts val="0"/>
              </a:spcAft>
              <a:buClr>
                <a:schemeClr val="dk1"/>
              </a:buClr>
              <a:buSzPct val="100000"/>
              <a:buFont typeface="Arial"/>
              <a:buNone/>
            </a:pPr>
            <a:endParaRPr lang="ja-JP" altLang="en-US" b="1" dirty="0">
              <a:solidFill>
                <a:srgbClr val="3F3F3F"/>
              </a:solidFill>
            </a:endParaRPr>
          </a:p>
          <a:p>
            <a:pPr marL="0" lvl="0" indent="0" algn="l" rtl="0">
              <a:lnSpc>
                <a:spcPct val="150000"/>
              </a:lnSpc>
              <a:spcBef>
                <a:spcPts val="0"/>
              </a:spcBef>
              <a:spcAft>
                <a:spcPts val="0"/>
              </a:spcAft>
              <a:buClr>
                <a:schemeClr val="dk1"/>
              </a:buClr>
              <a:buSzPct val="100000"/>
              <a:buFont typeface="Arial"/>
              <a:buNone/>
            </a:pPr>
            <a:endParaRPr lang="ja-JP" altLang="en-US" b="1" dirty="0">
              <a:solidFill>
                <a:srgbClr val="3F3F3F"/>
              </a:solidFill>
            </a:endParaRPr>
          </a:p>
          <a:p>
            <a:pPr marL="0" lvl="0" indent="0" algn="l" rtl="0">
              <a:lnSpc>
                <a:spcPct val="150000"/>
              </a:lnSpc>
              <a:spcBef>
                <a:spcPts val="0"/>
              </a:spcBef>
              <a:spcAft>
                <a:spcPts val="0"/>
              </a:spcAft>
              <a:buClr>
                <a:schemeClr val="dk1"/>
              </a:buClr>
              <a:buSzPct val="100000"/>
              <a:buFont typeface="Arial"/>
              <a:buNone/>
            </a:pPr>
            <a:r>
              <a:rPr lang="ja-JP" altLang="en-US" b="1" dirty="0">
                <a:solidFill>
                  <a:srgbClr val="3F3F3F"/>
                </a:solidFill>
              </a:rPr>
              <a:t>★このコースは半年で天給自足を学ぶコースです。</a:t>
            </a:r>
          </a:p>
        </p:txBody>
      </p:sp>
      <p:sp>
        <p:nvSpPr>
          <p:cNvPr id="368" name="Google Shape;368;p44"/>
          <p:cNvSpPr txBox="1"/>
          <p:nvPr/>
        </p:nvSpPr>
        <p:spPr>
          <a:xfrm>
            <a:off x="4906538" y="1570873"/>
            <a:ext cx="4170788" cy="2406425"/>
          </a:xfrm>
          <a:prstGeom prst="rect">
            <a:avLst/>
          </a:prstGeom>
          <a:noFill/>
          <a:ln>
            <a:noFill/>
          </a:ln>
        </p:spPr>
        <p:txBody>
          <a:bodyPr spcFirstLastPara="1" wrap="square" lIns="68575" tIns="34275" rIns="68575" bIns="34275" anchor="t" anchorCtr="0">
            <a:normAutofit/>
          </a:bodyPr>
          <a:lstStyle/>
          <a:p>
            <a:pPr marL="0" lvl="0" indent="0" algn="l" rtl="0">
              <a:lnSpc>
                <a:spcPct val="150000"/>
              </a:lnSpc>
              <a:spcBef>
                <a:spcPts val="0"/>
              </a:spcBef>
              <a:spcAft>
                <a:spcPts val="0"/>
              </a:spcAft>
              <a:buClr>
                <a:schemeClr val="dk1"/>
              </a:buClr>
              <a:buSzPct val="57636"/>
              <a:buFont typeface="Arial"/>
              <a:buNone/>
            </a:pPr>
            <a:r>
              <a:rPr lang="en-US" altLang="ja-JP" sz="2000" b="1" dirty="0">
                <a:solidFill>
                  <a:srgbClr val="C00000"/>
                </a:solidFill>
              </a:rPr>
              <a:t>【</a:t>
            </a:r>
            <a:r>
              <a:rPr lang="ja-JP" altLang="en-US" sz="2000" b="1" dirty="0">
                <a:solidFill>
                  <a:srgbClr val="C00000"/>
                </a:solidFill>
              </a:rPr>
              <a:t>特別限定特典</a:t>
            </a:r>
            <a:r>
              <a:rPr lang="en-US" altLang="ja-JP" sz="2000" b="1" dirty="0">
                <a:solidFill>
                  <a:srgbClr val="C00000"/>
                </a:solidFill>
              </a:rPr>
              <a:t>】</a:t>
            </a:r>
            <a:endParaRPr lang="ja-JP" altLang="en-US" sz="2000" dirty="0">
              <a:solidFill>
                <a:schemeClr val="dk1"/>
              </a:solidFill>
            </a:endParaRPr>
          </a:p>
          <a:p>
            <a:pPr marL="0" lvl="0" indent="0" algn="l" rtl="0">
              <a:lnSpc>
                <a:spcPct val="130000"/>
              </a:lnSpc>
              <a:spcBef>
                <a:spcPts val="0"/>
              </a:spcBef>
              <a:spcAft>
                <a:spcPts val="0"/>
              </a:spcAft>
              <a:buClr>
                <a:schemeClr val="dk1"/>
              </a:buClr>
              <a:buSzPct val="35015"/>
              <a:buFont typeface="Arial"/>
              <a:buNone/>
            </a:pPr>
            <a:r>
              <a:rPr lang="ja-JP" altLang="en-US" sz="2000" b="1" dirty="0">
                <a:solidFill>
                  <a:srgbClr val="C00000"/>
                </a:solidFill>
              </a:rPr>
              <a:t>・ラインフォロー無期限</a:t>
            </a:r>
          </a:p>
          <a:p>
            <a:pPr marL="0" lvl="0" indent="0" algn="l" rtl="0">
              <a:lnSpc>
                <a:spcPct val="130000"/>
              </a:lnSpc>
              <a:spcBef>
                <a:spcPts val="0"/>
              </a:spcBef>
              <a:spcAft>
                <a:spcPts val="0"/>
              </a:spcAft>
              <a:buClr>
                <a:schemeClr val="dk1"/>
              </a:buClr>
              <a:buSzPct val="35015"/>
              <a:buFont typeface="Arial"/>
              <a:buNone/>
            </a:pPr>
            <a:r>
              <a:rPr lang="ja-JP" altLang="en-US" sz="2000" b="1" dirty="0">
                <a:solidFill>
                  <a:srgbClr val="C00000"/>
                </a:solidFill>
              </a:rPr>
              <a:t>・リアルいつでも圃場見学無期限</a:t>
            </a:r>
          </a:p>
          <a:p>
            <a:pPr marL="0" lvl="0" indent="0" algn="l" rtl="0">
              <a:lnSpc>
                <a:spcPct val="130000"/>
              </a:lnSpc>
              <a:spcBef>
                <a:spcPts val="0"/>
              </a:spcBef>
              <a:spcAft>
                <a:spcPts val="0"/>
              </a:spcAft>
              <a:buClr>
                <a:schemeClr val="dk1"/>
              </a:buClr>
              <a:buSzPct val="35015"/>
              <a:buFont typeface="Arial"/>
              <a:buNone/>
            </a:pPr>
            <a:r>
              <a:rPr lang="ja-JP" altLang="en-US" sz="2000" b="1" dirty="0">
                <a:solidFill>
                  <a:srgbClr val="C00000"/>
                </a:solidFill>
              </a:rPr>
              <a:t>・</a:t>
            </a:r>
            <a:r>
              <a:rPr lang="en-US" altLang="ja-JP" sz="2000" b="1" dirty="0">
                <a:solidFill>
                  <a:srgbClr val="C00000"/>
                </a:solidFill>
              </a:rPr>
              <a:t>FB</a:t>
            </a:r>
            <a:r>
              <a:rPr lang="ja-JP" altLang="en-US" sz="2000" b="1" dirty="0">
                <a:solidFill>
                  <a:srgbClr val="C00000"/>
                </a:solidFill>
              </a:rPr>
              <a:t>グループ参加</a:t>
            </a:r>
          </a:p>
          <a:p>
            <a:pPr marL="0" lvl="0" indent="0" algn="l" rtl="0">
              <a:lnSpc>
                <a:spcPct val="130000"/>
              </a:lnSpc>
              <a:spcBef>
                <a:spcPts val="0"/>
              </a:spcBef>
              <a:spcAft>
                <a:spcPts val="0"/>
              </a:spcAft>
              <a:buClr>
                <a:schemeClr val="dk1"/>
              </a:buClr>
              <a:buSzPct val="65811"/>
              <a:buFont typeface="Arial"/>
              <a:buNone/>
            </a:pPr>
            <a:endParaRPr sz="1754" b="1" dirty="0">
              <a:solidFill>
                <a:srgbClr val="C00000"/>
              </a:solidFill>
            </a:endParaRPr>
          </a:p>
          <a:p>
            <a:pPr marL="0" marR="0" lvl="0" indent="0" algn="l" rtl="0">
              <a:lnSpc>
                <a:spcPct val="150000"/>
              </a:lnSpc>
              <a:spcBef>
                <a:spcPts val="0"/>
              </a:spcBef>
              <a:spcAft>
                <a:spcPts val="0"/>
              </a:spcAft>
              <a:buClr>
                <a:srgbClr val="000000"/>
              </a:buClr>
              <a:buSzPct val="100000"/>
              <a:buFont typeface="Arial"/>
              <a:buNone/>
            </a:pPr>
            <a:endParaRPr sz="2100" b="1" i="0" u="none" strike="noStrike" cap="none" dirty="0">
              <a:solidFill>
                <a:srgbClr val="3F3F3F"/>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3">
          <a:extLst>
            <a:ext uri="{FF2B5EF4-FFF2-40B4-BE49-F238E27FC236}">
              <a16:creationId xmlns:a16="http://schemas.microsoft.com/office/drawing/2014/main" id="{F241DFA5-E6A5-2826-E0FE-97EB35917314}"/>
            </a:ext>
          </a:extLst>
        </p:cNvPr>
        <p:cNvGrpSpPr/>
        <p:nvPr/>
      </p:nvGrpSpPr>
      <p:grpSpPr>
        <a:xfrm>
          <a:off x="0" y="0"/>
          <a:ext cx="0" cy="0"/>
          <a:chOff x="0" y="0"/>
          <a:chExt cx="0" cy="0"/>
        </a:xfrm>
      </p:grpSpPr>
      <p:sp>
        <p:nvSpPr>
          <p:cNvPr id="384" name="Google Shape;384;p46">
            <a:extLst>
              <a:ext uri="{FF2B5EF4-FFF2-40B4-BE49-F238E27FC236}">
                <a16:creationId xmlns:a16="http://schemas.microsoft.com/office/drawing/2014/main" id="{B539B1AF-4503-F3E2-AB01-5611E6BF1518}"/>
              </a:ext>
            </a:extLst>
          </p:cNvPr>
          <p:cNvSpPr txBox="1"/>
          <p:nvPr/>
        </p:nvSpPr>
        <p:spPr>
          <a:xfrm>
            <a:off x="374800" y="837647"/>
            <a:ext cx="8191200" cy="3670205"/>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ja-JP" altLang="en-US" sz="1500" b="1" i="0" u="none" strike="noStrike" cap="none" dirty="0">
                <a:solidFill>
                  <a:schemeClr val="dk1"/>
                </a:solidFill>
                <a:latin typeface="Calibri"/>
                <a:ea typeface="Calibri"/>
                <a:cs typeface="Calibri"/>
                <a:sym typeface="Calibri"/>
              </a:rPr>
              <a:t>・</a:t>
            </a:r>
            <a:r>
              <a:rPr lang="ja-JP" altLang="en-US" sz="1500" b="1" dirty="0">
                <a:solidFill>
                  <a:schemeClr val="dk1"/>
                </a:solidFill>
                <a:latin typeface="Calibri"/>
                <a:ea typeface="Calibri"/>
                <a:cs typeface="Calibri"/>
                <a:sym typeface="Calibri"/>
              </a:rPr>
              <a:t>スイス１年、フランス３年のお菓子作り修行　（</a:t>
            </a:r>
            <a:r>
              <a:rPr lang="ja-JP" altLang="en-US" sz="1500" b="1" dirty="0">
                <a:solidFill>
                  <a:schemeClr val="tx1"/>
                </a:solidFill>
                <a:latin typeface="Calibri"/>
                <a:ea typeface="Calibri"/>
                <a:cs typeface="Calibri"/>
                <a:sym typeface="Calibri"/>
              </a:rPr>
              <a:t>修行</a:t>
            </a:r>
            <a:r>
              <a:rPr lang="en-US" altLang="ja-JP" sz="1500" b="1" dirty="0">
                <a:solidFill>
                  <a:srgbClr val="C00000"/>
                </a:solidFill>
                <a:latin typeface="Calibri"/>
                <a:ea typeface="Calibri"/>
                <a:cs typeface="Calibri"/>
                <a:sym typeface="Calibri"/>
              </a:rPr>
              <a:t>4</a:t>
            </a:r>
            <a:r>
              <a:rPr lang="ja-JP" altLang="en-US" sz="1500" b="1" dirty="0">
                <a:solidFill>
                  <a:srgbClr val="C00000"/>
                </a:solidFill>
                <a:latin typeface="Calibri"/>
                <a:ea typeface="Calibri"/>
                <a:cs typeface="Calibri"/>
                <a:sym typeface="Calibri"/>
              </a:rPr>
              <a:t>年</a:t>
            </a:r>
            <a:r>
              <a:rPr lang="en-US" altLang="ja-JP" sz="1500" b="1" dirty="0">
                <a:solidFill>
                  <a:srgbClr val="C00000"/>
                </a:solidFill>
                <a:latin typeface="Calibri"/>
                <a:ea typeface="Calibri"/>
                <a:cs typeface="Calibri"/>
                <a:sym typeface="Calibri"/>
              </a:rPr>
              <a:t>4</a:t>
            </a:r>
            <a:r>
              <a:rPr lang="ja-JP" altLang="en-US" sz="1500" b="1" dirty="0">
                <a:solidFill>
                  <a:srgbClr val="C00000"/>
                </a:solidFill>
                <a:latin typeface="Calibri"/>
                <a:ea typeface="Calibri"/>
                <a:cs typeface="Calibri"/>
                <a:sym typeface="Calibri"/>
              </a:rPr>
              <a:t>か月＋</a:t>
            </a:r>
            <a:r>
              <a:rPr lang="en-US" altLang="ja-JP" sz="1500" b="1" dirty="0">
                <a:solidFill>
                  <a:srgbClr val="C00000"/>
                </a:solidFill>
                <a:latin typeface="Calibri"/>
                <a:ea typeface="Calibri"/>
                <a:cs typeface="Calibri"/>
                <a:sym typeface="Calibri"/>
              </a:rPr>
              <a:t>50</a:t>
            </a:r>
            <a:r>
              <a:rPr lang="ja-JP" altLang="en-US" sz="1500" b="1" dirty="0">
                <a:solidFill>
                  <a:srgbClr val="C00000"/>
                </a:solidFill>
                <a:latin typeface="Calibri"/>
                <a:ea typeface="Calibri"/>
                <a:cs typeface="Calibri"/>
                <a:sym typeface="Calibri"/>
              </a:rPr>
              <a:t>年</a:t>
            </a:r>
            <a:r>
              <a:rPr lang="ja-JP" altLang="en-US" sz="1500" b="1" dirty="0">
                <a:solidFill>
                  <a:schemeClr val="tx1"/>
                </a:solidFill>
                <a:latin typeface="Calibri"/>
                <a:ea typeface="Calibri"/>
                <a:cs typeface="Calibri"/>
                <a:sym typeface="Calibri"/>
              </a:rPr>
              <a:t>）</a:t>
            </a:r>
            <a:r>
              <a:rPr lang="ja-JP" altLang="en-US" sz="1500" b="1" dirty="0">
                <a:solidFill>
                  <a:srgbClr val="C00000"/>
                </a:solidFill>
                <a:latin typeface="Calibri"/>
                <a:ea typeface="Calibri"/>
                <a:cs typeface="Calibri"/>
                <a:sym typeface="Calibri"/>
              </a:rPr>
              <a:t>　　１０００万円～</a:t>
            </a:r>
          </a:p>
          <a:p>
            <a:pPr marL="0" marR="0" lvl="0" indent="0" algn="l" rtl="0">
              <a:lnSpc>
                <a:spcPct val="100000"/>
              </a:lnSpc>
              <a:spcBef>
                <a:spcPts val="0"/>
              </a:spcBef>
              <a:spcAft>
                <a:spcPts val="0"/>
              </a:spcAft>
              <a:buClr>
                <a:srgbClr val="000000"/>
              </a:buClr>
              <a:buSzPts val="1500"/>
              <a:buFont typeface="Arial"/>
              <a:buNone/>
            </a:pPr>
            <a:r>
              <a:rPr lang="ja-JP" altLang="en-US" sz="1500" b="1" i="0" u="none" strike="noStrike" cap="none" dirty="0">
                <a:solidFill>
                  <a:schemeClr val="dk1"/>
                </a:solidFill>
                <a:latin typeface="Calibri"/>
                <a:ea typeface="Calibri"/>
                <a:cs typeface="Calibri"/>
                <a:sym typeface="Calibri"/>
              </a:rPr>
              <a:t>　</a:t>
            </a:r>
            <a:endParaRPr lang="ja-JP" altLang="en-US" sz="1500" b="1" i="0" u="none" strike="noStrike" cap="none" dirty="0">
              <a:solidFill>
                <a:srgbClr val="FF0000"/>
              </a:solidFill>
              <a:latin typeface="Calibri"/>
              <a:ea typeface="Calibri"/>
              <a:cs typeface="Calibri"/>
              <a:sym typeface="Calibri"/>
            </a:endParaRPr>
          </a:p>
          <a:p>
            <a:pPr lvl="0">
              <a:buClr>
                <a:schemeClr val="dk1"/>
              </a:buClr>
              <a:buSzPts val="1500"/>
            </a:pPr>
            <a:r>
              <a:rPr lang="ja-JP" altLang="en-US" sz="1500" b="1" dirty="0">
                <a:solidFill>
                  <a:schemeClr val="dk1"/>
                </a:solidFill>
                <a:latin typeface="Calibri"/>
                <a:ea typeface="Calibri"/>
                <a:cs typeface="Calibri"/>
                <a:sym typeface="Calibri"/>
              </a:rPr>
              <a:t>・新潟県柏崎農業高等学校食品化学課で</a:t>
            </a:r>
            <a:r>
              <a:rPr lang="en-US" altLang="ja-JP" sz="1500" b="1" dirty="0">
                <a:solidFill>
                  <a:schemeClr val="dk1"/>
                </a:solidFill>
                <a:latin typeface="Calibri"/>
                <a:ea typeface="Calibri"/>
                <a:cs typeface="Calibri"/>
                <a:sym typeface="Calibri"/>
              </a:rPr>
              <a:t>3</a:t>
            </a:r>
            <a:r>
              <a:rPr lang="ja-JP" altLang="en-US" sz="1500" b="1" dirty="0">
                <a:solidFill>
                  <a:schemeClr val="dk1"/>
                </a:solidFill>
                <a:latin typeface="Calibri"/>
                <a:ea typeface="Calibri"/>
                <a:cs typeface="Calibri"/>
                <a:sym typeface="Calibri"/>
              </a:rPr>
              <a:t>年間食の理論と実践を学ぶ（</a:t>
            </a:r>
            <a:r>
              <a:rPr lang="ja-JP" altLang="en-US" sz="1500" b="1" dirty="0">
                <a:solidFill>
                  <a:srgbClr val="C00000"/>
                </a:solidFill>
                <a:latin typeface="Calibri"/>
                <a:ea typeface="Calibri"/>
                <a:cs typeface="Calibri"/>
                <a:sym typeface="Calibri"/>
              </a:rPr>
              <a:t>３年</a:t>
            </a:r>
            <a:r>
              <a:rPr lang="ja-JP" altLang="en-US" sz="1500" b="1" dirty="0">
                <a:solidFill>
                  <a:schemeClr val="tx1"/>
                </a:solidFill>
                <a:latin typeface="Calibri"/>
                <a:ea typeface="Calibri"/>
                <a:cs typeface="Calibri"/>
                <a:sym typeface="Calibri"/>
              </a:rPr>
              <a:t>）</a:t>
            </a:r>
            <a:r>
              <a:rPr lang="ja-JP" altLang="en-US" sz="1500" b="1" dirty="0">
                <a:solidFill>
                  <a:srgbClr val="C00000"/>
                </a:solidFill>
                <a:latin typeface="Calibri"/>
                <a:ea typeface="Calibri"/>
                <a:cs typeface="Calibri"/>
                <a:sym typeface="Calibri"/>
              </a:rPr>
              <a:t>３０万円～</a:t>
            </a:r>
            <a:endParaRPr lang="en-US" altLang="ja-JP" sz="1500" b="1" dirty="0">
              <a:solidFill>
                <a:srgbClr val="C00000"/>
              </a:solidFill>
              <a:latin typeface="Calibri"/>
              <a:ea typeface="Calibri"/>
              <a:cs typeface="Calibri"/>
              <a:sym typeface="Calibri"/>
            </a:endParaRPr>
          </a:p>
          <a:p>
            <a:pPr lvl="0">
              <a:buClr>
                <a:schemeClr val="dk1"/>
              </a:buClr>
              <a:buSzPts val="1500"/>
            </a:pPr>
            <a:r>
              <a:rPr lang="ja-JP" altLang="en-US" sz="1500" b="1" dirty="0">
                <a:solidFill>
                  <a:srgbClr val="C00000"/>
                </a:solidFill>
                <a:latin typeface="Calibri"/>
                <a:ea typeface="Calibri"/>
                <a:cs typeface="Calibri"/>
                <a:sym typeface="Calibri"/>
              </a:rPr>
              <a:t>　＆</a:t>
            </a:r>
            <a:r>
              <a:rPr lang="ja-JP" altLang="en-US" sz="1500" b="1" dirty="0">
                <a:solidFill>
                  <a:schemeClr val="tx1"/>
                </a:solidFill>
                <a:latin typeface="Calibri"/>
                <a:ea typeface="Calibri"/>
                <a:cs typeface="Calibri"/>
                <a:sym typeface="Calibri"/>
              </a:rPr>
              <a:t>糀作りを簡単に家庭で作る方法を学ぶ</a:t>
            </a:r>
            <a:r>
              <a:rPr lang="ja-JP" altLang="en-US" sz="1500" b="1" dirty="0">
                <a:solidFill>
                  <a:srgbClr val="C00000"/>
                </a:solidFill>
                <a:latin typeface="Calibri"/>
                <a:ea typeface="Calibri"/>
                <a:cs typeface="Calibri"/>
                <a:sym typeface="Calibri"/>
              </a:rPr>
              <a:t>（だき糀作り）</a:t>
            </a:r>
            <a:endParaRPr lang="en-US" altLang="ja-JP" sz="1500" b="1" dirty="0">
              <a:solidFill>
                <a:srgbClr val="C00000"/>
              </a:solidFill>
              <a:latin typeface="Calibri"/>
              <a:ea typeface="Calibri"/>
              <a:cs typeface="Calibri"/>
              <a:sym typeface="Calibri"/>
            </a:endParaRPr>
          </a:p>
          <a:p>
            <a:pPr lvl="0">
              <a:buClr>
                <a:schemeClr val="dk1"/>
              </a:buClr>
              <a:buSzPts val="1500"/>
            </a:pPr>
            <a:endParaRPr lang="ja-JP" altLang="en-US" sz="1500" b="1" i="0" u="none" strike="noStrike" cap="none" dirty="0">
              <a:solidFill>
                <a:schemeClr val="tx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500"/>
              <a:buFont typeface="Arial"/>
              <a:buNone/>
            </a:pPr>
            <a:r>
              <a:rPr lang="ja-JP" altLang="en-US" sz="1500" b="1" i="0" u="none" strike="noStrike" cap="none" dirty="0">
                <a:solidFill>
                  <a:schemeClr val="dk1"/>
                </a:solidFill>
                <a:latin typeface="Calibri"/>
                <a:ea typeface="Calibri"/>
                <a:cs typeface="Calibri"/>
                <a:sym typeface="Calibri"/>
              </a:rPr>
              <a:t>・</a:t>
            </a:r>
            <a:r>
              <a:rPr lang="ja-JP" altLang="en-US" sz="1500" b="1" dirty="0">
                <a:solidFill>
                  <a:schemeClr val="dk1"/>
                </a:solidFill>
                <a:latin typeface="Calibri"/>
                <a:ea typeface="Calibri"/>
                <a:cs typeface="Calibri"/>
                <a:sym typeface="Calibri"/>
              </a:rPr>
              <a:t>陸稲（畑のお米つくり）＆菌ちゃん農法＆自然農＆野草塾＆きのこ塾</a:t>
            </a:r>
            <a:endParaRPr lang="ja-JP" altLang="en-US" sz="1500" b="1" i="0" u="none" strike="noStrike" cap="none" dirty="0">
              <a:solidFill>
                <a:srgbClr val="C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500"/>
              <a:buFont typeface="Arial"/>
              <a:buNone/>
            </a:pPr>
            <a:r>
              <a:rPr lang="ja-JP" altLang="en-US" sz="1500" b="1" i="0" u="none" strike="noStrike" cap="none" dirty="0">
                <a:solidFill>
                  <a:schemeClr val="dk1"/>
                </a:solidFill>
                <a:latin typeface="Calibri"/>
                <a:ea typeface="Calibri"/>
                <a:cs typeface="Calibri"/>
                <a:sym typeface="Calibri"/>
              </a:rPr>
              <a:t>　</a:t>
            </a:r>
            <a:r>
              <a:rPr lang="ja-JP" altLang="en-US" sz="1500" b="1" dirty="0">
                <a:solidFill>
                  <a:schemeClr val="dk1"/>
                </a:solidFill>
                <a:latin typeface="Calibri"/>
                <a:ea typeface="Calibri"/>
                <a:cs typeface="Calibri"/>
                <a:sym typeface="Calibri"/>
              </a:rPr>
              <a:t>ポタジェ（キッチンガーデン作り）作り・サバイバル術講座（</a:t>
            </a:r>
            <a:r>
              <a:rPr lang="en-US" altLang="ja-JP" sz="1500" b="1" dirty="0">
                <a:solidFill>
                  <a:srgbClr val="C00000"/>
                </a:solidFill>
                <a:latin typeface="Calibri"/>
                <a:ea typeface="Calibri"/>
                <a:cs typeface="Calibri"/>
                <a:sym typeface="Calibri"/>
              </a:rPr>
              <a:t>1</a:t>
            </a:r>
            <a:r>
              <a:rPr lang="ja-JP" altLang="en-US" sz="1500" b="1" dirty="0">
                <a:solidFill>
                  <a:srgbClr val="C00000"/>
                </a:solidFill>
                <a:latin typeface="Calibri"/>
                <a:ea typeface="Calibri"/>
                <a:cs typeface="Calibri"/>
                <a:sym typeface="Calibri"/>
              </a:rPr>
              <a:t>～</a:t>
            </a:r>
            <a:r>
              <a:rPr lang="en-US" altLang="ja-JP" sz="1500" b="1" dirty="0">
                <a:solidFill>
                  <a:srgbClr val="C00000"/>
                </a:solidFill>
                <a:latin typeface="Calibri"/>
                <a:ea typeface="Calibri"/>
                <a:cs typeface="Calibri"/>
                <a:sym typeface="Calibri"/>
              </a:rPr>
              <a:t>5</a:t>
            </a:r>
            <a:r>
              <a:rPr lang="ja-JP" altLang="en-US" sz="1500" b="1" dirty="0">
                <a:solidFill>
                  <a:srgbClr val="C00000"/>
                </a:solidFill>
                <a:latin typeface="Calibri"/>
                <a:ea typeface="Calibri"/>
                <a:cs typeface="Calibri"/>
                <a:sym typeface="Calibri"/>
              </a:rPr>
              <a:t>年</a:t>
            </a:r>
            <a:r>
              <a:rPr lang="ja-JP" altLang="en-US" sz="1500" b="1" dirty="0">
                <a:solidFill>
                  <a:schemeClr val="tx1"/>
                </a:solidFill>
                <a:latin typeface="Calibri"/>
                <a:ea typeface="Calibri"/>
                <a:cs typeface="Calibri"/>
                <a:sym typeface="Calibri"/>
              </a:rPr>
              <a:t>）</a:t>
            </a:r>
            <a:r>
              <a:rPr lang="ja-JP" altLang="en-US" sz="1500" b="1" dirty="0">
                <a:solidFill>
                  <a:srgbClr val="C00000"/>
                </a:solidFill>
                <a:latin typeface="Calibri"/>
                <a:ea typeface="Calibri"/>
                <a:cs typeface="Calibri"/>
                <a:sym typeface="Calibri"/>
              </a:rPr>
              <a:t>３０万円</a:t>
            </a:r>
            <a:r>
              <a:rPr lang="ja-JP" altLang="en-US" sz="1500" b="1" i="0" u="none" strike="noStrike" cap="none" dirty="0">
                <a:solidFill>
                  <a:srgbClr val="C00000"/>
                </a:solidFill>
                <a:latin typeface="Calibri"/>
                <a:ea typeface="Calibri"/>
                <a:cs typeface="Calibri"/>
                <a:sym typeface="Calibri"/>
              </a:rPr>
              <a:t>　</a:t>
            </a:r>
          </a:p>
          <a:p>
            <a:pPr marL="0" marR="0" lvl="0" indent="0" algn="l" rtl="0">
              <a:lnSpc>
                <a:spcPct val="100000"/>
              </a:lnSpc>
              <a:spcBef>
                <a:spcPts val="0"/>
              </a:spcBef>
              <a:spcAft>
                <a:spcPts val="0"/>
              </a:spcAft>
              <a:buClr>
                <a:srgbClr val="000000"/>
              </a:buClr>
              <a:buSzPts val="1500"/>
              <a:buFont typeface="Arial"/>
              <a:buNone/>
            </a:pPr>
            <a:r>
              <a:rPr lang="ja-JP" altLang="en-US" sz="1500" b="1" i="0" u="none" strike="noStrike" cap="none" dirty="0">
                <a:solidFill>
                  <a:schemeClr val="dk1"/>
                </a:solidFill>
                <a:latin typeface="Calibri"/>
                <a:ea typeface="Calibri"/>
                <a:cs typeface="Calibri"/>
                <a:sym typeface="Calibri"/>
              </a:rPr>
              <a:t>　</a:t>
            </a:r>
            <a:endParaRPr lang="ja-JP" altLang="en-US" sz="1500" b="1" i="0" u="none" strike="noStrike" cap="none" dirty="0">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500"/>
              <a:buFont typeface="Arial"/>
              <a:buNone/>
            </a:pPr>
            <a:r>
              <a:rPr lang="ja-JP" altLang="en-US" sz="1500" b="1" dirty="0">
                <a:solidFill>
                  <a:schemeClr val="dk1"/>
                </a:solidFill>
                <a:latin typeface="Calibri"/>
                <a:ea typeface="Calibri"/>
                <a:cs typeface="Calibri"/>
                <a:sym typeface="Calibri"/>
              </a:rPr>
              <a:t>・お米、玄米で作るフランス菓子講座（</a:t>
            </a:r>
            <a:r>
              <a:rPr lang="en-US" altLang="ja-JP" sz="1800" b="1" dirty="0">
                <a:solidFill>
                  <a:srgbClr val="C00000"/>
                </a:solidFill>
                <a:latin typeface="Calibri"/>
                <a:ea typeface="Calibri"/>
                <a:cs typeface="Calibri"/>
                <a:sym typeface="Calibri"/>
              </a:rPr>
              <a:t>50</a:t>
            </a:r>
            <a:r>
              <a:rPr lang="ja-JP" altLang="en-US" sz="1800" b="1" dirty="0">
                <a:solidFill>
                  <a:srgbClr val="C00000"/>
                </a:solidFill>
                <a:latin typeface="Calibri"/>
                <a:ea typeface="Calibri"/>
                <a:cs typeface="Calibri"/>
                <a:sym typeface="Calibri"/>
              </a:rPr>
              <a:t>年</a:t>
            </a:r>
            <a:r>
              <a:rPr lang="ja-JP" altLang="en-US" sz="1500" b="1" dirty="0">
                <a:solidFill>
                  <a:schemeClr val="dk1"/>
                </a:solidFill>
                <a:latin typeface="Calibri"/>
                <a:ea typeface="Calibri"/>
                <a:cs typeface="Calibri"/>
                <a:sym typeface="Calibri"/>
              </a:rPr>
              <a:t>）</a:t>
            </a:r>
            <a:endParaRPr lang="en-US" altLang="ja-JP" sz="1500" b="1" dirty="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500"/>
              <a:buFont typeface="Arial"/>
              <a:buNone/>
            </a:pPr>
            <a:r>
              <a:rPr lang="ja-JP" altLang="en-US" sz="1500" b="1" dirty="0">
                <a:solidFill>
                  <a:schemeClr val="dk1"/>
                </a:solidFill>
                <a:latin typeface="Calibri"/>
                <a:ea typeface="Calibri"/>
                <a:cs typeface="Calibri"/>
                <a:sym typeface="Calibri"/>
              </a:rPr>
              <a:t>　　</a:t>
            </a:r>
            <a:endParaRPr lang="ja-JP" altLang="en-US" sz="1500" b="1" dirty="0">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500"/>
              <a:buFont typeface="Arial"/>
              <a:buNone/>
            </a:pPr>
            <a:r>
              <a:rPr lang="ja-JP" altLang="en-US" sz="1500" b="1" dirty="0">
                <a:solidFill>
                  <a:schemeClr val="dk1"/>
                </a:solidFill>
                <a:latin typeface="Calibri"/>
                <a:ea typeface="Calibri"/>
                <a:cs typeface="Calibri"/>
                <a:sym typeface="Calibri"/>
              </a:rPr>
              <a:t>・お米、玄米で作るパン講座　天然酵母パン講座（</a:t>
            </a:r>
            <a:r>
              <a:rPr lang="en-US" altLang="ja-JP" sz="1800" b="1" dirty="0">
                <a:solidFill>
                  <a:srgbClr val="C00000"/>
                </a:solidFill>
                <a:latin typeface="Calibri"/>
                <a:ea typeface="Calibri"/>
                <a:cs typeface="Calibri"/>
                <a:sym typeface="Calibri"/>
              </a:rPr>
              <a:t>50</a:t>
            </a:r>
            <a:r>
              <a:rPr lang="ja-JP" altLang="en-US" sz="1800" b="1" dirty="0">
                <a:solidFill>
                  <a:srgbClr val="C00000"/>
                </a:solidFill>
                <a:latin typeface="Calibri"/>
                <a:ea typeface="Calibri"/>
                <a:cs typeface="Calibri"/>
                <a:sym typeface="Calibri"/>
              </a:rPr>
              <a:t>年</a:t>
            </a:r>
            <a:r>
              <a:rPr lang="ja-JP" altLang="en-US" sz="1500" b="1" dirty="0">
                <a:solidFill>
                  <a:schemeClr val="dk1"/>
                </a:solidFill>
                <a:latin typeface="Calibri"/>
                <a:ea typeface="Calibri"/>
                <a:cs typeface="Calibri"/>
                <a:sym typeface="Calibri"/>
              </a:rPr>
              <a:t>）</a:t>
            </a:r>
            <a:endParaRPr lang="en-US" altLang="ja-JP" sz="1500" b="1" dirty="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500"/>
              <a:buFont typeface="Arial"/>
              <a:buNone/>
            </a:pPr>
            <a:endParaRPr lang="ja-JP" altLang="en-US" sz="1500" b="1" dirty="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500"/>
              <a:buFont typeface="Arial"/>
              <a:buNone/>
            </a:pPr>
            <a:r>
              <a:rPr lang="ja-JP" altLang="en-US" sz="1500" b="1" dirty="0">
                <a:solidFill>
                  <a:schemeClr val="dk1"/>
                </a:solidFill>
                <a:latin typeface="Calibri"/>
                <a:ea typeface="Calibri"/>
                <a:cs typeface="Calibri"/>
                <a:sym typeface="Calibri"/>
              </a:rPr>
              <a:t>・ビジネススクール（</a:t>
            </a:r>
            <a:r>
              <a:rPr lang="en-US" altLang="ja-JP" sz="1500" b="1" dirty="0">
                <a:solidFill>
                  <a:srgbClr val="C00000"/>
                </a:solidFill>
                <a:latin typeface="Calibri"/>
                <a:ea typeface="Calibri"/>
                <a:cs typeface="Calibri"/>
                <a:sym typeface="Calibri"/>
              </a:rPr>
              <a:t>2</a:t>
            </a:r>
            <a:r>
              <a:rPr lang="ja-JP" altLang="en-US" sz="1500" b="1" dirty="0">
                <a:solidFill>
                  <a:srgbClr val="C00000"/>
                </a:solidFill>
                <a:latin typeface="Calibri"/>
                <a:ea typeface="Calibri"/>
                <a:cs typeface="Calibri"/>
                <a:sym typeface="Calibri"/>
              </a:rPr>
              <a:t>年</a:t>
            </a:r>
            <a:r>
              <a:rPr lang="ja-JP" altLang="en-US" sz="1500" b="1" dirty="0">
                <a:solidFill>
                  <a:schemeClr val="dk1"/>
                </a:solidFill>
                <a:latin typeface="Calibri"/>
                <a:ea typeface="Calibri"/>
                <a:cs typeface="Calibri"/>
                <a:sym typeface="Calibri"/>
              </a:rPr>
              <a:t>）　</a:t>
            </a:r>
            <a:r>
              <a:rPr lang="ja-JP" altLang="en-US" sz="1800" b="1" dirty="0">
                <a:solidFill>
                  <a:srgbClr val="C00000"/>
                </a:solidFill>
                <a:latin typeface="Calibri"/>
                <a:ea typeface="Calibri"/>
                <a:cs typeface="Calibri"/>
                <a:sym typeface="Calibri"/>
              </a:rPr>
              <a:t>１００万円</a:t>
            </a:r>
            <a:r>
              <a:rPr lang="ja-JP" altLang="en-US" sz="1500" b="1" dirty="0">
                <a:solidFill>
                  <a:srgbClr val="C00000"/>
                </a:solidFill>
                <a:latin typeface="Calibri"/>
                <a:ea typeface="Calibri"/>
                <a:cs typeface="Calibri"/>
                <a:sym typeface="Calibri"/>
              </a:rPr>
              <a:t>　</a:t>
            </a:r>
          </a:p>
          <a:p>
            <a:pPr marL="0" lvl="0" indent="0" algn="l" rtl="0">
              <a:spcBef>
                <a:spcPts val="0"/>
              </a:spcBef>
              <a:spcAft>
                <a:spcPts val="0"/>
              </a:spcAft>
              <a:buClr>
                <a:schemeClr val="dk1"/>
              </a:buClr>
              <a:buSzPts val="1500"/>
              <a:buFont typeface="Arial"/>
              <a:buNone/>
            </a:pPr>
            <a:r>
              <a:rPr lang="ja-JP" altLang="en-US" sz="1500" b="1" dirty="0">
                <a:solidFill>
                  <a:srgbClr val="C00000"/>
                </a:solidFill>
                <a:latin typeface="Calibri"/>
                <a:ea typeface="Calibri"/>
                <a:cs typeface="Calibri"/>
                <a:sym typeface="Calibri"/>
              </a:rPr>
              <a:t>　</a:t>
            </a:r>
          </a:p>
          <a:p>
            <a:pPr marL="0" lvl="0" indent="0" algn="l" rtl="0">
              <a:spcBef>
                <a:spcPts val="0"/>
              </a:spcBef>
              <a:spcAft>
                <a:spcPts val="0"/>
              </a:spcAft>
              <a:buClr>
                <a:schemeClr val="dk1"/>
              </a:buClr>
              <a:buSzPts val="1500"/>
              <a:buFont typeface="Arial"/>
              <a:buNone/>
            </a:pPr>
            <a:endParaRPr sz="1500" b="1" dirty="0">
              <a:solidFill>
                <a:srgbClr val="FF0000"/>
              </a:solidFill>
              <a:latin typeface="Calibri"/>
              <a:ea typeface="Calibri"/>
              <a:cs typeface="Calibri"/>
              <a:sym typeface="Calibri"/>
            </a:endParaRPr>
          </a:p>
        </p:txBody>
      </p:sp>
      <p:sp>
        <p:nvSpPr>
          <p:cNvPr id="385" name="Google Shape;385;p46">
            <a:extLst>
              <a:ext uri="{FF2B5EF4-FFF2-40B4-BE49-F238E27FC236}">
                <a16:creationId xmlns:a16="http://schemas.microsoft.com/office/drawing/2014/main" id="{D4470147-C122-5F3D-2B14-3FEBB622ADB7}"/>
              </a:ext>
            </a:extLst>
          </p:cNvPr>
          <p:cNvSpPr txBox="1"/>
          <p:nvPr/>
        </p:nvSpPr>
        <p:spPr>
          <a:xfrm>
            <a:off x="831850" y="262725"/>
            <a:ext cx="6858000" cy="424500"/>
          </a:xfrm>
          <a:prstGeom prst="rect">
            <a:avLst/>
          </a:prstGeom>
          <a:noFill/>
          <a:ln>
            <a:noFill/>
          </a:ln>
        </p:spPr>
        <p:txBody>
          <a:bodyPr spcFirstLastPara="1" wrap="square" lIns="68575" tIns="34275" rIns="68575" bIns="34275" anchor="ctr" anchorCtr="0">
            <a:normAutofit lnSpcReduction="10000"/>
          </a:bodyPr>
          <a:lstStyle/>
          <a:p>
            <a:pPr marL="0" marR="0" lvl="0" indent="0" algn="ctr" rtl="0">
              <a:lnSpc>
                <a:spcPct val="90000"/>
              </a:lnSpc>
              <a:spcBef>
                <a:spcPts val="0"/>
              </a:spcBef>
              <a:spcAft>
                <a:spcPts val="0"/>
              </a:spcAft>
              <a:buClr>
                <a:srgbClr val="3F3F3F"/>
              </a:buClr>
              <a:buSzPts val="2700"/>
              <a:buFont typeface="Calibri"/>
              <a:buNone/>
            </a:pPr>
            <a:r>
              <a:rPr lang="ja" sz="2700" b="1" dirty="0">
                <a:solidFill>
                  <a:srgbClr val="3F3F3F"/>
                </a:solidFill>
                <a:latin typeface="Calibri"/>
                <a:ea typeface="Calibri"/>
                <a:cs typeface="Calibri"/>
                <a:sym typeface="Calibri"/>
              </a:rPr>
              <a:t>天給自足塾</a:t>
            </a:r>
            <a:r>
              <a:rPr lang="ja" sz="2700" b="1" i="0" u="none" strike="noStrike" cap="none" dirty="0">
                <a:solidFill>
                  <a:srgbClr val="3F3F3F"/>
                </a:solidFill>
                <a:latin typeface="Calibri"/>
                <a:ea typeface="Calibri"/>
                <a:cs typeface="Calibri"/>
                <a:sym typeface="Calibri"/>
              </a:rPr>
              <a:t>でお伝えできること</a:t>
            </a:r>
            <a:endParaRPr sz="2700" b="1" i="0" u="none" strike="noStrike" cap="none" dirty="0">
              <a:solidFill>
                <a:srgbClr val="3F3F3F"/>
              </a:solidFill>
              <a:latin typeface="Calibri"/>
              <a:ea typeface="Calibri"/>
              <a:cs typeface="Calibri"/>
              <a:sym typeface="Calibri"/>
            </a:endParaRPr>
          </a:p>
        </p:txBody>
      </p:sp>
      <p:sp>
        <p:nvSpPr>
          <p:cNvPr id="386" name="Google Shape;386;p46">
            <a:extLst>
              <a:ext uri="{FF2B5EF4-FFF2-40B4-BE49-F238E27FC236}">
                <a16:creationId xmlns:a16="http://schemas.microsoft.com/office/drawing/2014/main" id="{296262A3-2054-352E-FBAD-ACBF685FD1DE}"/>
              </a:ext>
            </a:extLst>
          </p:cNvPr>
          <p:cNvSpPr txBox="1"/>
          <p:nvPr/>
        </p:nvSpPr>
        <p:spPr>
          <a:xfrm>
            <a:off x="144585" y="4036741"/>
            <a:ext cx="8421415" cy="1073384"/>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Clr>
                <a:srgbClr val="FF0000"/>
              </a:buClr>
              <a:buSzPts val="2100"/>
              <a:buFont typeface="Calibri"/>
              <a:buNone/>
            </a:pPr>
            <a:r>
              <a:rPr lang="ja-JP" altLang="en-US" sz="2400" b="1" dirty="0">
                <a:solidFill>
                  <a:srgbClr val="CC4125"/>
                </a:solidFill>
                <a:latin typeface="Calibri"/>
                <a:ea typeface="Calibri"/>
                <a:cs typeface="Calibri"/>
                <a:sym typeface="Calibri"/>
              </a:rPr>
              <a:t>１１６</a:t>
            </a:r>
            <a:r>
              <a:rPr lang="ja" sz="2400" b="1" dirty="0">
                <a:solidFill>
                  <a:srgbClr val="CC4125"/>
                </a:solidFill>
                <a:latin typeface="Calibri"/>
                <a:ea typeface="Calibri"/>
                <a:cs typeface="Calibri"/>
                <a:sym typeface="Calibri"/>
              </a:rPr>
              <a:t>０万円</a:t>
            </a:r>
            <a:r>
              <a:rPr lang="ja" sz="2400" b="1" dirty="0">
                <a:solidFill>
                  <a:srgbClr val="3F3F3F"/>
                </a:solidFill>
                <a:latin typeface="Calibri"/>
                <a:ea typeface="Calibri"/>
                <a:cs typeface="Calibri"/>
                <a:sym typeface="Calibri"/>
              </a:rPr>
              <a:t>相当</a:t>
            </a:r>
            <a:r>
              <a:rPr lang="ja-JP" altLang="en-US" sz="2400" b="1" dirty="0">
                <a:solidFill>
                  <a:srgbClr val="3F3F3F"/>
                </a:solidFill>
                <a:latin typeface="Calibri"/>
                <a:ea typeface="Calibri"/>
                <a:cs typeface="Calibri"/>
                <a:sym typeface="Calibri"/>
              </a:rPr>
              <a:t>以上</a:t>
            </a:r>
            <a:r>
              <a:rPr lang="ja" sz="2400" b="1" dirty="0">
                <a:solidFill>
                  <a:srgbClr val="3F3F3F"/>
                </a:solidFill>
                <a:latin typeface="Calibri"/>
                <a:ea typeface="Calibri"/>
                <a:cs typeface="Calibri"/>
                <a:sym typeface="Calibri"/>
              </a:rPr>
              <a:t>の学びすべて</a:t>
            </a:r>
            <a:r>
              <a:rPr lang="ja-JP" altLang="en-US" sz="2400" b="1" dirty="0">
                <a:solidFill>
                  <a:srgbClr val="3F3F3F"/>
                </a:solidFill>
                <a:latin typeface="Calibri"/>
                <a:ea typeface="Calibri"/>
                <a:cs typeface="Calibri"/>
                <a:sym typeface="Calibri"/>
              </a:rPr>
              <a:t>を</a:t>
            </a:r>
            <a:r>
              <a:rPr lang="ja" sz="2400" b="1" dirty="0">
                <a:solidFill>
                  <a:srgbClr val="3F3F3F"/>
                </a:solidFill>
                <a:latin typeface="Calibri"/>
                <a:ea typeface="Calibri"/>
                <a:cs typeface="Calibri"/>
                <a:sym typeface="Calibri"/>
              </a:rPr>
              <a:t>でオーダーメイド</a:t>
            </a:r>
            <a:r>
              <a:rPr lang="ja-JP" altLang="en-US" sz="2400" b="1" dirty="0">
                <a:solidFill>
                  <a:srgbClr val="3F3F3F"/>
                </a:solidFill>
                <a:latin typeface="Calibri"/>
                <a:ea typeface="Calibri"/>
                <a:cs typeface="Calibri"/>
                <a:sym typeface="Calibri"/>
              </a:rPr>
              <a:t>の</a:t>
            </a:r>
            <a:r>
              <a:rPr lang="ja" sz="2400" b="1" dirty="0">
                <a:solidFill>
                  <a:srgbClr val="3F3F3F"/>
                </a:solidFill>
                <a:latin typeface="Calibri"/>
                <a:ea typeface="Calibri"/>
                <a:cs typeface="Calibri"/>
                <a:sym typeface="Calibri"/>
              </a:rPr>
              <a:t>サポート</a:t>
            </a:r>
            <a:r>
              <a:rPr lang="ja-JP" altLang="en-US" sz="2400" b="1" dirty="0">
                <a:solidFill>
                  <a:srgbClr val="3F3F3F"/>
                </a:solidFill>
                <a:latin typeface="Calibri"/>
                <a:ea typeface="Calibri"/>
                <a:cs typeface="Calibri"/>
                <a:sym typeface="Calibri"/>
              </a:rPr>
              <a:t>を</a:t>
            </a:r>
            <a:r>
              <a:rPr lang="ja" sz="2400" b="1" dirty="0">
                <a:solidFill>
                  <a:srgbClr val="3F3F3F"/>
                </a:solidFill>
                <a:latin typeface="Calibri"/>
                <a:ea typeface="Calibri"/>
                <a:cs typeface="Calibri"/>
                <a:sym typeface="Calibri"/>
              </a:rPr>
              <a:t>します。</a:t>
            </a:r>
            <a:r>
              <a:rPr lang="ja-JP" altLang="en-US" sz="2400" b="1" dirty="0">
                <a:solidFill>
                  <a:srgbClr val="3F3F3F"/>
                </a:solidFill>
                <a:latin typeface="Calibri"/>
                <a:ea typeface="Calibri"/>
                <a:cs typeface="Calibri"/>
                <a:sym typeface="Calibri"/>
              </a:rPr>
              <a:t>有住さんの</a:t>
            </a:r>
            <a:r>
              <a:rPr lang="ja-JP" altLang="en-US" sz="2400" b="1" dirty="0">
                <a:solidFill>
                  <a:srgbClr val="FF0000"/>
                </a:solidFill>
                <a:latin typeface="Calibri"/>
                <a:ea typeface="Calibri"/>
                <a:cs typeface="Calibri"/>
                <a:sym typeface="Calibri"/>
              </a:rPr>
              <a:t>必要な時期</a:t>
            </a:r>
            <a:r>
              <a:rPr lang="ja-JP" altLang="en-US" sz="2400" b="1" dirty="0">
                <a:solidFill>
                  <a:srgbClr val="3F3F3F"/>
                </a:solidFill>
                <a:latin typeface="Calibri"/>
                <a:ea typeface="Calibri"/>
                <a:cs typeface="Calibri"/>
                <a:sym typeface="Calibri"/>
              </a:rPr>
              <a:t>に</a:t>
            </a:r>
            <a:r>
              <a:rPr lang="ja-JP" altLang="en-US" sz="2400" b="1" dirty="0">
                <a:solidFill>
                  <a:srgbClr val="FF0000"/>
                </a:solidFill>
                <a:latin typeface="Calibri"/>
                <a:ea typeface="Calibri"/>
                <a:cs typeface="Calibri"/>
                <a:sym typeface="Calibri"/>
              </a:rPr>
              <a:t>必要なタイミング</a:t>
            </a:r>
            <a:r>
              <a:rPr lang="ja-JP" altLang="en-US" sz="2400" b="1" dirty="0">
                <a:solidFill>
                  <a:srgbClr val="3F3F3F"/>
                </a:solidFill>
                <a:latin typeface="Calibri"/>
                <a:ea typeface="Calibri"/>
                <a:cs typeface="Calibri"/>
                <a:sym typeface="Calibri"/>
              </a:rPr>
              <a:t>で</a:t>
            </a:r>
            <a:r>
              <a:rPr lang="ja-JP" altLang="en-US" sz="2400" b="1" dirty="0">
                <a:solidFill>
                  <a:srgbClr val="FF0000"/>
                </a:solidFill>
                <a:latin typeface="Calibri"/>
                <a:ea typeface="Calibri"/>
                <a:cs typeface="Calibri"/>
                <a:sym typeface="Calibri"/>
              </a:rPr>
              <a:t>必要な量の</a:t>
            </a:r>
            <a:r>
              <a:rPr lang="ja-JP" altLang="en-US" sz="2400" b="1" dirty="0">
                <a:solidFill>
                  <a:srgbClr val="3F3F3F"/>
                </a:solidFill>
                <a:latin typeface="Calibri"/>
                <a:ea typeface="Calibri"/>
                <a:cs typeface="Calibri"/>
                <a:sym typeface="Calibri"/>
              </a:rPr>
              <a:t>学びを</a:t>
            </a:r>
            <a:r>
              <a:rPr lang="ja-JP" altLang="en-US" sz="2400" b="1" dirty="0">
                <a:solidFill>
                  <a:srgbClr val="FF0000"/>
                </a:solidFill>
                <a:latin typeface="Calibri"/>
                <a:ea typeface="Calibri"/>
                <a:cs typeface="Calibri"/>
                <a:sym typeface="Calibri"/>
              </a:rPr>
              <a:t>随時提供</a:t>
            </a:r>
            <a:r>
              <a:rPr lang="ja-JP" altLang="en-US" sz="2400" b="1" dirty="0">
                <a:solidFill>
                  <a:srgbClr val="3F3F3F"/>
                </a:solidFill>
                <a:latin typeface="Calibri"/>
                <a:ea typeface="Calibri"/>
                <a:cs typeface="Calibri"/>
                <a:sym typeface="Calibri"/>
              </a:rPr>
              <a:t>してゆきます。</a:t>
            </a:r>
            <a:endParaRPr sz="2400" b="1" dirty="0">
              <a:solidFill>
                <a:srgbClr val="3F3F3F"/>
              </a:solidFill>
              <a:latin typeface="Calibri"/>
              <a:ea typeface="Calibri"/>
              <a:cs typeface="Calibri"/>
              <a:sym typeface="Calibri"/>
            </a:endParaRPr>
          </a:p>
        </p:txBody>
      </p:sp>
      <mc:AlternateContent xmlns:mc="http://schemas.openxmlformats.org/markup-compatibility/2006" xmlns:p14="http://schemas.microsoft.com/office/powerpoint/2010/main">
        <mc:Choice Requires="p14">
          <p:contentPart p14:bwMode="auto" r:id="rId3">
            <p14:nvContentPartPr>
              <p14:cNvPr id="2" name="インク 1">
                <a:extLst>
                  <a:ext uri="{FF2B5EF4-FFF2-40B4-BE49-F238E27FC236}">
                    <a16:creationId xmlns:a16="http://schemas.microsoft.com/office/drawing/2014/main" id="{79D90AE1-BED4-0283-1CDA-64C8EB1B8E4A}"/>
                  </a:ext>
                </a:extLst>
              </p14:cNvPr>
              <p14:cNvContentPartPr/>
              <p14:nvPr/>
            </p14:nvContentPartPr>
            <p14:xfrm>
              <a:off x="2871720" y="4481640"/>
              <a:ext cx="360" cy="360"/>
            </p14:xfrm>
          </p:contentPart>
        </mc:Choice>
        <mc:Fallback xmlns="">
          <p:pic>
            <p:nvPicPr>
              <p:cNvPr id="2" name="インク 1">
                <a:extLst>
                  <a:ext uri="{FF2B5EF4-FFF2-40B4-BE49-F238E27FC236}">
                    <a16:creationId xmlns:a16="http://schemas.microsoft.com/office/drawing/2014/main" id="{79D90AE1-BED4-0283-1CDA-64C8EB1B8E4A}"/>
                  </a:ext>
                </a:extLst>
              </p:cNvPr>
              <p:cNvPicPr/>
              <p:nvPr/>
            </p:nvPicPr>
            <p:blipFill>
              <a:blip r:embed="rId4"/>
              <a:stretch>
                <a:fillRect/>
              </a:stretch>
            </p:blipFill>
            <p:spPr>
              <a:xfrm>
                <a:off x="2862360" y="4472280"/>
                <a:ext cx="19080" cy="19080"/>
              </a:xfrm>
              <a:prstGeom prst="rect">
                <a:avLst/>
              </a:prstGeom>
            </p:spPr>
          </p:pic>
        </mc:Fallback>
      </mc:AlternateContent>
    </p:spTree>
    <p:extLst>
      <p:ext uri="{BB962C8B-B14F-4D97-AF65-F5344CB8AC3E}">
        <p14:creationId xmlns:p14="http://schemas.microsoft.com/office/powerpoint/2010/main" val="1037664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6"/>
                                        </p:tgtEl>
                                        <p:attrNameLst>
                                          <p:attrName>style.visibility</p:attrName>
                                        </p:attrNameLst>
                                      </p:cBhvr>
                                      <p:to>
                                        <p:strVal val="visible"/>
                                      </p:to>
                                    </p:set>
                                    <p:animEffect transition="in" filter="fade">
                                      <p:cBhvr>
                                        <p:cTn id="7" dur="1000"/>
                                        <p:tgtEl>
                                          <p:spTgt spid="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47"/>
          <p:cNvSpPr/>
          <p:nvPr/>
        </p:nvSpPr>
        <p:spPr>
          <a:xfrm>
            <a:off x="625221" y="267889"/>
            <a:ext cx="7864800" cy="838800"/>
          </a:xfrm>
          <a:prstGeom prst="chevron">
            <a:avLst>
              <a:gd name="adj" fmla="val 50000"/>
            </a:avLst>
          </a:prstGeom>
          <a:solidFill>
            <a:srgbClr val="F7CAAC"/>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 sz="2400" b="1">
                <a:solidFill>
                  <a:schemeClr val="dk1"/>
                </a:solidFill>
                <a:latin typeface="Calibri"/>
                <a:ea typeface="Calibri"/>
                <a:cs typeface="Calibri"/>
                <a:sym typeface="Calibri"/>
              </a:rPr>
              <a:t>天給自足塾</a:t>
            </a:r>
            <a:r>
              <a:rPr lang="ja" sz="2400" b="1" i="0" u="none" strike="noStrike" cap="none">
                <a:solidFill>
                  <a:schemeClr val="dk1"/>
                </a:solidFill>
                <a:latin typeface="Calibri"/>
                <a:ea typeface="Calibri"/>
                <a:cs typeface="Calibri"/>
                <a:sym typeface="Calibri"/>
              </a:rPr>
              <a:t>プランで</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ja" sz="2400" b="1" i="0" u="none" strike="noStrike" cap="none">
                <a:solidFill>
                  <a:schemeClr val="dk1"/>
                </a:solidFill>
                <a:latin typeface="Calibri"/>
                <a:ea typeface="Calibri"/>
                <a:cs typeface="Calibri"/>
                <a:sym typeface="Calibri"/>
              </a:rPr>
              <a:t>得られる</a:t>
            </a:r>
            <a:r>
              <a:rPr lang="ja-JP" altLang="en-US" sz="2400" b="1" i="0" u="none" strike="noStrike" cap="none" dirty="0">
                <a:solidFill>
                  <a:schemeClr val="dk1"/>
                </a:solidFill>
                <a:latin typeface="Calibri"/>
                <a:ea typeface="Calibri"/>
                <a:cs typeface="Calibri"/>
                <a:sym typeface="Calibri"/>
              </a:rPr>
              <a:t>一生モノの</a:t>
            </a:r>
            <a:r>
              <a:rPr lang="ja" sz="2400" b="1" i="0" u="none" strike="noStrike" cap="none">
                <a:solidFill>
                  <a:schemeClr val="dk1"/>
                </a:solidFill>
                <a:latin typeface="Calibri"/>
                <a:ea typeface="Calibri"/>
                <a:cs typeface="Calibri"/>
                <a:sym typeface="Calibri"/>
              </a:rPr>
              <a:t>７つのメリット</a:t>
            </a:r>
            <a:endParaRPr sz="1100" b="0" i="0" u="none" strike="noStrike" cap="none">
              <a:solidFill>
                <a:srgbClr val="000000"/>
              </a:solidFill>
              <a:latin typeface="Arial"/>
              <a:ea typeface="Arial"/>
              <a:cs typeface="Arial"/>
              <a:sym typeface="Arial"/>
            </a:endParaRPr>
          </a:p>
        </p:txBody>
      </p:sp>
      <p:sp>
        <p:nvSpPr>
          <p:cNvPr id="392" name="Google Shape;392;p47"/>
          <p:cNvSpPr/>
          <p:nvPr/>
        </p:nvSpPr>
        <p:spPr>
          <a:xfrm>
            <a:off x="1049466" y="1339190"/>
            <a:ext cx="7149000" cy="3694200"/>
          </a:xfrm>
          <a:prstGeom prst="roundRect">
            <a:avLst>
              <a:gd name="adj" fmla="val 16667"/>
            </a:avLst>
          </a:prstGeom>
          <a:solidFill>
            <a:srgbClr val="FBE4D4"/>
          </a:solid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p:txBody>
      </p:sp>
      <p:sp>
        <p:nvSpPr>
          <p:cNvPr id="393" name="Google Shape;393;p47"/>
          <p:cNvSpPr txBox="1"/>
          <p:nvPr/>
        </p:nvSpPr>
        <p:spPr>
          <a:xfrm>
            <a:off x="1262752" y="2941997"/>
            <a:ext cx="8095500" cy="3462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000000"/>
              </a:buClr>
              <a:buSzPts val="1800"/>
              <a:buFont typeface="Arial"/>
              <a:buNone/>
            </a:pPr>
            <a:r>
              <a:rPr lang="ja" sz="1800" b="1" i="0" u="none" strike="noStrike" cap="none">
                <a:solidFill>
                  <a:schemeClr val="dk1"/>
                </a:solidFill>
                <a:latin typeface="Calibri"/>
                <a:ea typeface="Calibri"/>
                <a:cs typeface="Calibri"/>
                <a:sym typeface="Calibri"/>
              </a:rPr>
              <a:t>④</a:t>
            </a:r>
            <a:r>
              <a:rPr lang="ja" sz="1800" b="1">
                <a:solidFill>
                  <a:schemeClr val="dk1"/>
                </a:solidFill>
                <a:latin typeface="Calibri"/>
                <a:ea typeface="Calibri"/>
                <a:cs typeface="Calibri"/>
                <a:sym typeface="Calibri"/>
              </a:rPr>
              <a:t>食品の加工スキルで</a:t>
            </a:r>
            <a:r>
              <a:rPr lang="ja" sz="1800" b="1">
                <a:solidFill>
                  <a:srgbClr val="FF0000"/>
                </a:solidFill>
                <a:latin typeface="Calibri"/>
                <a:ea typeface="Calibri"/>
                <a:cs typeface="Calibri"/>
                <a:sym typeface="Calibri"/>
              </a:rPr>
              <a:t>無添加の食を作り備蓄し安心</a:t>
            </a:r>
            <a:r>
              <a:rPr lang="ja" sz="1800" b="1" i="0" u="none" strike="noStrike" cap="none">
                <a:solidFill>
                  <a:schemeClr val="dk1"/>
                </a:solidFill>
                <a:latin typeface="Calibri"/>
                <a:ea typeface="Calibri"/>
                <a:cs typeface="Calibri"/>
                <a:sym typeface="Calibri"/>
              </a:rPr>
              <a:t>が</a:t>
            </a:r>
            <a:r>
              <a:rPr lang="ja" sz="1800" b="1">
                <a:solidFill>
                  <a:schemeClr val="dk1"/>
                </a:solidFill>
                <a:latin typeface="Calibri"/>
                <a:ea typeface="Calibri"/>
                <a:cs typeface="Calibri"/>
                <a:sym typeface="Calibri"/>
              </a:rPr>
              <a:t>得ら</a:t>
            </a:r>
            <a:r>
              <a:rPr lang="ja" sz="1800" b="1" i="0" u="none" strike="noStrike" cap="none">
                <a:solidFill>
                  <a:schemeClr val="dk1"/>
                </a:solidFill>
                <a:latin typeface="Calibri"/>
                <a:ea typeface="Calibri"/>
                <a:cs typeface="Calibri"/>
                <a:sym typeface="Calibri"/>
              </a:rPr>
              <a:t>れる！</a:t>
            </a:r>
            <a:endParaRPr sz="1800" b="1" i="0" u="none" strike="noStrike" cap="none">
              <a:solidFill>
                <a:schemeClr val="dk1"/>
              </a:solidFill>
              <a:latin typeface="Calibri"/>
              <a:ea typeface="Calibri"/>
              <a:cs typeface="Calibri"/>
              <a:sym typeface="Calibri"/>
            </a:endParaRPr>
          </a:p>
        </p:txBody>
      </p:sp>
      <p:sp>
        <p:nvSpPr>
          <p:cNvPr id="394" name="Google Shape;394;p47"/>
          <p:cNvSpPr txBox="1"/>
          <p:nvPr/>
        </p:nvSpPr>
        <p:spPr>
          <a:xfrm>
            <a:off x="1264006" y="1339190"/>
            <a:ext cx="8095500" cy="3462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000000"/>
              </a:buClr>
              <a:buSzPts val="1800"/>
              <a:buFont typeface="Arial"/>
              <a:buNone/>
            </a:pPr>
            <a:r>
              <a:rPr lang="ja" sz="1800" b="1" i="0" u="none" strike="noStrike" cap="none">
                <a:solidFill>
                  <a:schemeClr val="dk1"/>
                </a:solidFill>
                <a:latin typeface="Calibri"/>
                <a:ea typeface="Calibri"/>
                <a:cs typeface="Calibri"/>
                <a:sym typeface="Calibri"/>
              </a:rPr>
              <a:t>①</a:t>
            </a:r>
            <a:r>
              <a:rPr lang="ja" sz="1800" b="1">
                <a:solidFill>
                  <a:schemeClr val="dk1"/>
                </a:solidFill>
                <a:latin typeface="Calibri"/>
                <a:ea typeface="Calibri"/>
                <a:cs typeface="Calibri"/>
                <a:sym typeface="Calibri"/>
              </a:rPr>
              <a:t>自然農</a:t>
            </a:r>
            <a:r>
              <a:rPr lang="ja" sz="1800" b="1">
                <a:solidFill>
                  <a:srgbClr val="FF0000"/>
                </a:solidFill>
                <a:latin typeface="Calibri"/>
                <a:ea typeface="Calibri"/>
                <a:cs typeface="Calibri"/>
                <a:sym typeface="Calibri"/>
              </a:rPr>
              <a:t>（天給自足）</a:t>
            </a:r>
            <a:r>
              <a:rPr lang="ja" sz="1800" b="1">
                <a:solidFill>
                  <a:schemeClr val="dk1"/>
                </a:solidFill>
                <a:latin typeface="Calibri"/>
                <a:ea typeface="Calibri"/>
                <a:cs typeface="Calibri"/>
                <a:sym typeface="Calibri"/>
              </a:rPr>
              <a:t>がスタート</a:t>
            </a:r>
            <a:r>
              <a:rPr lang="ja" sz="1800" b="1" i="0" u="none" strike="noStrike" cap="none">
                <a:solidFill>
                  <a:schemeClr val="dk1"/>
                </a:solidFill>
                <a:latin typeface="Calibri"/>
                <a:ea typeface="Calibri"/>
                <a:cs typeface="Calibri"/>
                <a:sym typeface="Calibri"/>
              </a:rPr>
              <a:t>できる！</a:t>
            </a:r>
            <a:endParaRPr sz="1800" b="1" i="0" u="none" strike="noStrike" cap="none">
              <a:solidFill>
                <a:schemeClr val="dk1"/>
              </a:solidFill>
              <a:latin typeface="Calibri"/>
              <a:ea typeface="Calibri"/>
              <a:cs typeface="Calibri"/>
              <a:sym typeface="Calibri"/>
            </a:endParaRPr>
          </a:p>
        </p:txBody>
      </p:sp>
      <p:sp>
        <p:nvSpPr>
          <p:cNvPr id="395" name="Google Shape;395;p47"/>
          <p:cNvSpPr txBox="1"/>
          <p:nvPr/>
        </p:nvSpPr>
        <p:spPr>
          <a:xfrm>
            <a:off x="1264006" y="4489070"/>
            <a:ext cx="8095500" cy="3462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000000"/>
              </a:buClr>
              <a:buSzPts val="1800"/>
              <a:buFont typeface="Arial"/>
              <a:buNone/>
            </a:pPr>
            <a:r>
              <a:rPr lang="ja" sz="1800" b="1" i="0" u="none" strike="noStrike" cap="none">
                <a:solidFill>
                  <a:schemeClr val="dk1"/>
                </a:solidFill>
                <a:latin typeface="Calibri"/>
                <a:ea typeface="Calibri"/>
                <a:cs typeface="Calibri"/>
                <a:sym typeface="Calibri"/>
              </a:rPr>
              <a:t>⑦</a:t>
            </a:r>
            <a:r>
              <a:rPr lang="ja" sz="1800" b="1">
                <a:solidFill>
                  <a:schemeClr val="dk1"/>
                </a:solidFill>
                <a:latin typeface="Calibri"/>
                <a:ea typeface="Calibri"/>
                <a:cs typeface="Calibri"/>
                <a:sym typeface="Calibri"/>
              </a:rPr>
              <a:t>食改善で家族の健康</a:t>
            </a:r>
            <a:r>
              <a:rPr lang="ja" sz="1800" b="1">
                <a:solidFill>
                  <a:srgbClr val="FF0000"/>
                </a:solidFill>
                <a:latin typeface="Calibri"/>
                <a:ea typeface="Calibri"/>
                <a:cs typeface="Calibri"/>
                <a:sym typeface="Calibri"/>
              </a:rPr>
              <a:t>（便秘、肌荒れ解消、心の安定</a:t>
            </a:r>
            <a:r>
              <a:rPr lang="ja" sz="1800" b="1">
                <a:solidFill>
                  <a:schemeClr val="dk1"/>
                </a:solidFill>
                <a:latin typeface="Calibri"/>
                <a:ea typeface="Calibri"/>
                <a:cs typeface="Calibri"/>
                <a:sym typeface="Calibri"/>
              </a:rPr>
              <a:t>）を得る</a:t>
            </a:r>
            <a:endParaRPr sz="1800" b="1" i="0" u="none" strike="noStrike" cap="none">
              <a:solidFill>
                <a:schemeClr val="dk1"/>
              </a:solidFill>
              <a:latin typeface="Calibri"/>
              <a:ea typeface="Calibri"/>
              <a:cs typeface="Calibri"/>
              <a:sym typeface="Calibri"/>
            </a:endParaRPr>
          </a:p>
        </p:txBody>
      </p:sp>
      <p:sp>
        <p:nvSpPr>
          <p:cNvPr id="396" name="Google Shape;396;p47"/>
          <p:cNvSpPr txBox="1"/>
          <p:nvPr/>
        </p:nvSpPr>
        <p:spPr>
          <a:xfrm>
            <a:off x="1262750" y="3447417"/>
            <a:ext cx="7525133" cy="484718"/>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000000"/>
              </a:buClr>
              <a:buSzPts val="1800"/>
              <a:buFont typeface="Arial"/>
              <a:buNone/>
            </a:pPr>
            <a:r>
              <a:rPr lang="ja" sz="1800" b="1" i="0" u="none" strike="noStrike" cap="none">
                <a:solidFill>
                  <a:schemeClr val="dk1"/>
                </a:solidFill>
                <a:latin typeface="Calibri"/>
                <a:ea typeface="Calibri"/>
                <a:cs typeface="Calibri"/>
                <a:sym typeface="Calibri"/>
              </a:rPr>
              <a:t>⑤</a:t>
            </a:r>
            <a:r>
              <a:rPr lang="ja-JP" altLang="en-US" sz="1800" b="1" i="0" u="none" strike="noStrike" cap="none" dirty="0">
                <a:solidFill>
                  <a:schemeClr val="dk1"/>
                </a:solidFill>
                <a:latin typeface="Calibri"/>
                <a:ea typeface="Calibri"/>
                <a:cs typeface="Calibri"/>
                <a:sym typeface="Calibri"/>
              </a:rPr>
              <a:t>ポタジェ作りで</a:t>
            </a:r>
            <a:r>
              <a:rPr lang="ja" sz="1800" b="1">
                <a:solidFill>
                  <a:srgbClr val="FF0000"/>
                </a:solidFill>
                <a:latin typeface="Calibri"/>
                <a:ea typeface="Calibri"/>
                <a:cs typeface="Calibri"/>
                <a:sym typeface="Calibri"/>
              </a:rPr>
              <a:t>四季の恵みを知り自然を楽しみ</a:t>
            </a:r>
            <a:r>
              <a:rPr lang="ja-JP" altLang="en-US" sz="1800" b="1" dirty="0">
                <a:solidFill>
                  <a:srgbClr val="FF0000"/>
                </a:solidFill>
                <a:latin typeface="Calibri"/>
                <a:ea typeface="Calibri"/>
                <a:cs typeface="Calibri"/>
                <a:sym typeface="Calibri"/>
              </a:rPr>
              <a:t>豊かさ</a:t>
            </a:r>
            <a:r>
              <a:rPr lang="ja" sz="1800" b="1">
                <a:solidFill>
                  <a:srgbClr val="FF0000"/>
                </a:solidFill>
                <a:latin typeface="Calibri"/>
                <a:ea typeface="Calibri"/>
                <a:cs typeface="Calibri"/>
                <a:sym typeface="Calibri"/>
              </a:rPr>
              <a:t>に氣づく</a:t>
            </a:r>
            <a:endParaRPr sz="1800" b="1" i="0" u="none" strike="noStrike" cap="none">
              <a:solidFill>
                <a:schemeClr val="dk1"/>
              </a:solidFill>
              <a:latin typeface="Calibri"/>
              <a:ea typeface="Calibri"/>
              <a:cs typeface="Calibri"/>
              <a:sym typeface="Calibri"/>
            </a:endParaRPr>
          </a:p>
        </p:txBody>
      </p:sp>
      <p:sp>
        <p:nvSpPr>
          <p:cNvPr id="397" name="Google Shape;397;p47"/>
          <p:cNvSpPr txBox="1"/>
          <p:nvPr/>
        </p:nvSpPr>
        <p:spPr>
          <a:xfrm>
            <a:off x="1262751" y="3968237"/>
            <a:ext cx="7981623" cy="484718"/>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000000"/>
              </a:buClr>
              <a:buSzPts val="1800"/>
              <a:buFont typeface="Arial"/>
              <a:buNone/>
            </a:pPr>
            <a:r>
              <a:rPr lang="ja" sz="1800" b="1">
                <a:solidFill>
                  <a:schemeClr val="dk1"/>
                </a:solidFill>
                <a:latin typeface="Calibri"/>
                <a:ea typeface="Calibri"/>
                <a:cs typeface="Calibri"/>
                <a:sym typeface="Calibri"/>
              </a:rPr>
              <a:t>⑥オンライン</a:t>
            </a:r>
            <a:r>
              <a:rPr lang="ja" sz="1800" b="1">
                <a:solidFill>
                  <a:srgbClr val="FF0000"/>
                </a:solidFill>
                <a:latin typeface="Calibri"/>
                <a:ea typeface="Calibri"/>
                <a:cs typeface="Calibri"/>
                <a:sym typeface="Calibri"/>
              </a:rPr>
              <a:t>サポート無期限で何度でも質問ができる安心。</a:t>
            </a:r>
            <a:endParaRPr sz="1800" b="1" i="0" u="none" strike="noStrike" cap="none">
              <a:solidFill>
                <a:srgbClr val="FF0000"/>
              </a:solidFill>
              <a:latin typeface="Calibri"/>
              <a:ea typeface="Calibri"/>
              <a:cs typeface="Calibri"/>
              <a:sym typeface="Calibri"/>
            </a:endParaRPr>
          </a:p>
        </p:txBody>
      </p:sp>
      <p:sp>
        <p:nvSpPr>
          <p:cNvPr id="398" name="Google Shape;398;p47"/>
          <p:cNvSpPr txBox="1"/>
          <p:nvPr/>
        </p:nvSpPr>
        <p:spPr>
          <a:xfrm>
            <a:off x="1262752" y="1900357"/>
            <a:ext cx="8095500" cy="3462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000000"/>
              </a:buClr>
              <a:buSzPts val="1800"/>
              <a:buFont typeface="Arial"/>
              <a:buNone/>
            </a:pPr>
            <a:r>
              <a:rPr lang="ja" sz="1800" b="1" i="0" u="none" strike="noStrike" cap="none">
                <a:solidFill>
                  <a:schemeClr val="dk1"/>
                </a:solidFill>
                <a:latin typeface="Calibri"/>
                <a:ea typeface="Calibri"/>
                <a:cs typeface="Calibri"/>
                <a:sym typeface="Calibri"/>
              </a:rPr>
              <a:t>②</a:t>
            </a:r>
            <a:r>
              <a:rPr lang="ja" sz="1800" b="1" i="0" u="none" strike="noStrike" cap="none">
                <a:solidFill>
                  <a:srgbClr val="FF0000"/>
                </a:solidFill>
                <a:latin typeface="Calibri"/>
                <a:ea typeface="Calibri"/>
                <a:cs typeface="Calibri"/>
                <a:sym typeface="Calibri"/>
              </a:rPr>
              <a:t>一生モノの</a:t>
            </a:r>
            <a:r>
              <a:rPr lang="ja" sz="1800" b="1">
                <a:solidFill>
                  <a:srgbClr val="FF0000"/>
                </a:solidFill>
                <a:latin typeface="Calibri"/>
                <a:ea typeface="Calibri"/>
                <a:cs typeface="Calibri"/>
                <a:sym typeface="Calibri"/>
              </a:rPr>
              <a:t>発酵</a:t>
            </a:r>
            <a:r>
              <a:rPr lang="ja" sz="1800" b="1" i="0" u="none" strike="noStrike" cap="none">
                <a:solidFill>
                  <a:srgbClr val="FF0000"/>
                </a:solidFill>
                <a:latin typeface="Calibri"/>
                <a:ea typeface="Calibri"/>
                <a:cs typeface="Calibri"/>
                <a:sym typeface="Calibri"/>
              </a:rPr>
              <a:t>スキル</a:t>
            </a:r>
            <a:r>
              <a:rPr lang="ja" sz="1800" b="1">
                <a:solidFill>
                  <a:srgbClr val="FF0000"/>
                </a:solidFill>
                <a:latin typeface="Calibri"/>
                <a:ea typeface="Calibri"/>
                <a:cs typeface="Calibri"/>
                <a:sym typeface="Calibri"/>
              </a:rPr>
              <a:t>（発酵食作りの実践と理論）</a:t>
            </a:r>
            <a:r>
              <a:rPr lang="ja" sz="1800" b="1" i="0" u="none" strike="noStrike" cap="none">
                <a:solidFill>
                  <a:schemeClr val="dk1"/>
                </a:solidFill>
                <a:latin typeface="Calibri"/>
                <a:ea typeface="Calibri"/>
                <a:cs typeface="Calibri"/>
                <a:sym typeface="Calibri"/>
              </a:rPr>
              <a:t>が得られる！</a:t>
            </a:r>
            <a:endParaRPr sz="1800" b="1" i="0" u="none" strike="noStrike" cap="none">
              <a:solidFill>
                <a:schemeClr val="dk1"/>
              </a:solidFill>
              <a:latin typeface="Calibri"/>
              <a:ea typeface="Calibri"/>
              <a:cs typeface="Calibri"/>
              <a:sym typeface="Calibri"/>
            </a:endParaRPr>
          </a:p>
        </p:txBody>
      </p:sp>
      <p:sp>
        <p:nvSpPr>
          <p:cNvPr id="399" name="Google Shape;399;p47"/>
          <p:cNvSpPr txBox="1"/>
          <p:nvPr/>
        </p:nvSpPr>
        <p:spPr>
          <a:xfrm>
            <a:off x="1262752" y="2421177"/>
            <a:ext cx="8095500" cy="3462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000000"/>
              </a:buClr>
              <a:buSzPts val="1800"/>
              <a:buFont typeface="Arial"/>
              <a:buNone/>
            </a:pPr>
            <a:r>
              <a:rPr lang="ja" sz="1800" b="1" i="0" u="none" strike="noStrike" cap="none">
                <a:solidFill>
                  <a:schemeClr val="dk1"/>
                </a:solidFill>
                <a:latin typeface="Calibri"/>
                <a:ea typeface="Calibri"/>
                <a:cs typeface="Calibri"/>
                <a:sym typeface="Calibri"/>
              </a:rPr>
              <a:t>③</a:t>
            </a:r>
            <a:r>
              <a:rPr lang="ja" sz="1800" b="1">
                <a:solidFill>
                  <a:srgbClr val="FF0000"/>
                </a:solidFill>
                <a:latin typeface="Calibri"/>
                <a:ea typeface="Calibri"/>
                <a:cs typeface="Calibri"/>
                <a:sym typeface="Calibri"/>
              </a:rPr>
              <a:t>グルテンフリーのお菓子作り、玄米パン作り</a:t>
            </a:r>
            <a:r>
              <a:rPr lang="ja" sz="1800" b="1" i="0" u="none" strike="noStrike" cap="none">
                <a:solidFill>
                  <a:schemeClr val="dk1"/>
                </a:solidFill>
                <a:latin typeface="Calibri"/>
                <a:ea typeface="Calibri"/>
                <a:cs typeface="Calibri"/>
                <a:sym typeface="Calibri"/>
              </a:rPr>
              <a:t>が</a:t>
            </a:r>
            <a:r>
              <a:rPr lang="ja" sz="1800" b="1">
                <a:solidFill>
                  <a:schemeClr val="dk1"/>
                </a:solidFill>
                <a:latin typeface="Calibri"/>
                <a:ea typeface="Calibri"/>
                <a:cs typeface="Calibri"/>
                <a:sym typeface="Calibri"/>
              </a:rPr>
              <a:t>身につく</a:t>
            </a:r>
            <a:r>
              <a:rPr lang="ja" sz="1800" b="1" i="0" u="none" strike="noStrike" cap="none">
                <a:solidFill>
                  <a:schemeClr val="dk1"/>
                </a:solidFill>
                <a:latin typeface="Calibri"/>
                <a:ea typeface="Calibri"/>
                <a:cs typeface="Calibri"/>
                <a:sym typeface="Calibri"/>
              </a:rPr>
              <a:t>！</a:t>
            </a:r>
            <a:endParaRPr sz="1800" b="1"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4"/>
                                        </p:tgtEl>
                                        <p:attrNameLst>
                                          <p:attrName>style.visibility</p:attrName>
                                        </p:attrNameLst>
                                      </p:cBhvr>
                                      <p:to>
                                        <p:strVal val="visible"/>
                                      </p:to>
                                    </p:set>
                                    <p:animEffect transition="in" filter="fade">
                                      <p:cBhvr>
                                        <p:cTn id="7" dur="1000"/>
                                        <p:tgtEl>
                                          <p:spTgt spid="3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8"/>
                                        </p:tgtEl>
                                        <p:attrNameLst>
                                          <p:attrName>style.visibility</p:attrName>
                                        </p:attrNameLst>
                                      </p:cBhvr>
                                      <p:to>
                                        <p:strVal val="visible"/>
                                      </p:to>
                                    </p:set>
                                    <p:animEffect transition="in" filter="fade">
                                      <p:cBhvr>
                                        <p:cTn id="12" dur="1000"/>
                                        <p:tgtEl>
                                          <p:spTgt spid="39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9"/>
                                        </p:tgtEl>
                                        <p:attrNameLst>
                                          <p:attrName>style.visibility</p:attrName>
                                        </p:attrNameLst>
                                      </p:cBhvr>
                                      <p:to>
                                        <p:strVal val="visible"/>
                                      </p:to>
                                    </p:set>
                                    <p:animEffect transition="in" filter="fade">
                                      <p:cBhvr>
                                        <p:cTn id="17" dur="1000"/>
                                        <p:tgtEl>
                                          <p:spTgt spid="39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3"/>
                                        </p:tgtEl>
                                        <p:attrNameLst>
                                          <p:attrName>style.visibility</p:attrName>
                                        </p:attrNameLst>
                                      </p:cBhvr>
                                      <p:to>
                                        <p:strVal val="visible"/>
                                      </p:to>
                                    </p:set>
                                    <p:animEffect transition="in" filter="fade">
                                      <p:cBhvr>
                                        <p:cTn id="22" dur="1000"/>
                                        <p:tgtEl>
                                          <p:spTgt spid="39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96"/>
                                        </p:tgtEl>
                                        <p:attrNameLst>
                                          <p:attrName>style.visibility</p:attrName>
                                        </p:attrNameLst>
                                      </p:cBhvr>
                                      <p:to>
                                        <p:strVal val="visible"/>
                                      </p:to>
                                    </p:set>
                                    <p:animEffect transition="in" filter="fade">
                                      <p:cBhvr>
                                        <p:cTn id="27" dur="1000"/>
                                        <p:tgtEl>
                                          <p:spTgt spid="39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97"/>
                                        </p:tgtEl>
                                        <p:attrNameLst>
                                          <p:attrName>style.visibility</p:attrName>
                                        </p:attrNameLst>
                                      </p:cBhvr>
                                      <p:to>
                                        <p:strVal val="visible"/>
                                      </p:to>
                                    </p:set>
                                    <p:animEffect transition="in" filter="fade">
                                      <p:cBhvr>
                                        <p:cTn id="32" dur="1000"/>
                                        <p:tgtEl>
                                          <p:spTgt spid="39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95"/>
                                        </p:tgtEl>
                                        <p:attrNameLst>
                                          <p:attrName>style.visibility</p:attrName>
                                        </p:attrNameLst>
                                      </p:cBhvr>
                                      <p:to>
                                        <p:strVal val="visible"/>
                                      </p:to>
                                    </p:set>
                                    <p:animEffect transition="in" filter="fade">
                                      <p:cBhvr>
                                        <p:cTn id="37" dur="1000"/>
                                        <p:tgtEl>
                                          <p:spTgt spid="3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pic>
        <p:nvPicPr>
          <p:cNvPr id="404" name="Google Shape;404;p48"/>
          <p:cNvPicPr preferRelativeResize="0"/>
          <p:nvPr/>
        </p:nvPicPr>
        <p:blipFill rotWithShape="1">
          <a:blip r:embed="rId3">
            <a:alphaModFix/>
          </a:blip>
          <a:srcRect/>
          <a:stretch/>
        </p:blipFill>
        <p:spPr>
          <a:xfrm>
            <a:off x="79375" y="0"/>
            <a:ext cx="9077325" cy="5143500"/>
          </a:xfrm>
          <a:prstGeom prst="rect">
            <a:avLst/>
          </a:prstGeom>
          <a:noFill/>
          <a:ln>
            <a:noFill/>
          </a:ln>
        </p:spPr>
      </p:pic>
      <p:sp>
        <p:nvSpPr>
          <p:cNvPr id="405" name="Google Shape;405;p48"/>
          <p:cNvSpPr/>
          <p:nvPr/>
        </p:nvSpPr>
        <p:spPr>
          <a:xfrm>
            <a:off x="614362" y="2076782"/>
            <a:ext cx="7981800" cy="1133100"/>
          </a:xfrm>
          <a:prstGeom prst="roundRect">
            <a:avLst>
              <a:gd name="adj" fmla="val 16667"/>
            </a:avLst>
          </a:prstGeom>
          <a:solidFill>
            <a:srgbClr val="B3C6E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100" b="0" i="0" u="none" strike="noStrike" cap="none">
              <a:solidFill>
                <a:srgbClr val="D8E2F3"/>
              </a:solidFill>
              <a:latin typeface="Arial"/>
              <a:ea typeface="Arial"/>
              <a:cs typeface="Arial"/>
              <a:sym typeface="Arial"/>
            </a:endParaRPr>
          </a:p>
        </p:txBody>
      </p:sp>
      <p:sp>
        <p:nvSpPr>
          <p:cNvPr id="406" name="Google Shape;406;p48"/>
          <p:cNvSpPr/>
          <p:nvPr/>
        </p:nvSpPr>
        <p:spPr>
          <a:xfrm>
            <a:off x="679450" y="3395845"/>
            <a:ext cx="7981800" cy="1109700"/>
          </a:xfrm>
          <a:prstGeom prst="roundRect">
            <a:avLst>
              <a:gd name="adj" fmla="val 16667"/>
            </a:avLst>
          </a:prstGeom>
          <a:solidFill>
            <a:srgbClr val="D8E2F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100" b="0" i="0" u="none" strike="noStrike" cap="none">
              <a:solidFill>
                <a:srgbClr val="D8E2F3"/>
              </a:solidFill>
              <a:latin typeface="Arial"/>
              <a:ea typeface="Arial"/>
              <a:cs typeface="Arial"/>
              <a:sym typeface="Arial"/>
            </a:endParaRPr>
          </a:p>
        </p:txBody>
      </p:sp>
      <p:sp>
        <p:nvSpPr>
          <p:cNvPr id="407" name="Google Shape;407;p48"/>
          <p:cNvSpPr/>
          <p:nvPr/>
        </p:nvSpPr>
        <p:spPr>
          <a:xfrm>
            <a:off x="627137" y="637955"/>
            <a:ext cx="7981800" cy="1187700"/>
          </a:xfrm>
          <a:prstGeom prst="roundRect">
            <a:avLst>
              <a:gd name="adj" fmla="val 16667"/>
            </a:avLst>
          </a:prstGeom>
          <a:solidFill>
            <a:srgbClr val="8DA9D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100" b="0" i="0" u="none" strike="noStrike" cap="none">
              <a:solidFill>
                <a:schemeClr val="lt1"/>
              </a:solidFill>
              <a:latin typeface="Arial"/>
              <a:ea typeface="Arial"/>
              <a:cs typeface="Arial"/>
              <a:sym typeface="Arial"/>
            </a:endParaRPr>
          </a:p>
        </p:txBody>
      </p:sp>
      <p:sp>
        <p:nvSpPr>
          <p:cNvPr id="408" name="Google Shape;408;p48"/>
          <p:cNvSpPr txBox="1">
            <a:spLocks noGrp="1"/>
          </p:cNvSpPr>
          <p:nvPr>
            <p:ph type="ctrTitle"/>
          </p:nvPr>
        </p:nvSpPr>
        <p:spPr>
          <a:xfrm>
            <a:off x="1143000" y="289232"/>
            <a:ext cx="6858000" cy="424500"/>
          </a:xfrm>
          <a:prstGeom prst="rect">
            <a:avLst/>
          </a:prstGeom>
          <a:noFill/>
          <a:ln>
            <a:noFill/>
          </a:ln>
        </p:spPr>
        <p:txBody>
          <a:bodyPr spcFirstLastPara="1" wrap="square" lIns="68575" tIns="34275" rIns="68575" bIns="34275" anchor="ctr" anchorCtr="0">
            <a:normAutofit fontScale="90000"/>
          </a:bodyPr>
          <a:lstStyle/>
          <a:p>
            <a:pPr marL="0" lvl="0" indent="0" algn="ctr" rtl="0">
              <a:lnSpc>
                <a:spcPct val="90000"/>
              </a:lnSpc>
              <a:spcBef>
                <a:spcPts val="0"/>
              </a:spcBef>
              <a:spcAft>
                <a:spcPts val="0"/>
              </a:spcAft>
              <a:buClr>
                <a:schemeClr val="dk1"/>
              </a:buClr>
              <a:buSzPct val="185185"/>
              <a:buFont typeface="Calibri"/>
              <a:buNone/>
            </a:pPr>
            <a:r>
              <a:rPr lang="ja" sz="2700" b="1" dirty="0">
                <a:solidFill>
                  <a:srgbClr val="3F3F3F"/>
                </a:solidFill>
                <a:latin typeface="Arial"/>
                <a:ea typeface="Arial"/>
                <a:cs typeface="Arial"/>
                <a:sym typeface="Arial"/>
              </a:rPr>
              <a:t>価格のご紹介</a:t>
            </a:r>
            <a:endParaRPr dirty="0"/>
          </a:p>
        </p:txBody>
      </p:sp>
      <p:sp>
        <p:nvSpPr>
          <p:cNvPr id="409" name="Google Shape;409;p48"/>
          <p:cNvSpPr txBox="1">
            <a:spLocks noGrp="1"/>
          </p:cNvSpPr>
          <p:nvPr>
            <p:ph type="subTitle" idx="1"/>
          </p:nvPr>
        </p:nvSpPr>
        <p:spPr>
          <a:xfrm>
            <a:off x="614350" y="734150"/>
            <a:ext cx="3201300" cy="504900"/>
          </a:xfrm>
          <a:prstGeom prst="rect">
            <a:avLst/>
          </a:prstGeom>
          <a:noFill/>
          <a:ln>
            <a:noFill/>
          </a:ln>
        </p:spPr>
        <p:txBody>
          <a:bodyPr spcFirstLastPara="1" wrap="square" lIns="68575" tIns="34275" rIns="68575" bIns="34275" anchor="t" anchorCtr="0">
            <a:noAutofit/>
          </a:bodyPr>
          <a:lstStyle/>
          <a:p>
            <a:pPr marL="342900" lvl="0" indent="-304800" algn="l" rtl="0">
              <a:lnSpc>
                <a:spcPct val="90000"/>
              </a:lnSpc>
              <a:spcBef>
                <a:spcPts val="800"/>
              </a:spcBef>
              <a:spcAft>
                <a:spcPts val="0"/>
              </a:spcAft>
              <a:buSzPts val="1800"/>
              <a:buNone/>
            </a:pPr>
            <a:r>
              <a:rPr lang="ja" sz="2100" b="1" dirty="0">
                <a:solidFill>
                  <a:srgbClr val="FF0000"/>
                </a:solidFill>
              </a:rPr>
              <a:t>天給自足2年講師コース</a:t>
            </a:r>
            <a:r>
              <a:rPr lang="ja" dirty="0">
                <a:solidFill>
                  <a:srgbClr val="3F3F3F"/>
                </a:solidFill>
              </a:rPr>
              <a:t>　　     　　　　　</a:t>
            </a:r>
            <a:r>
              <a:rPr lang="ja" dirty="0"/>
              <a:t>　　　　　　　　　　</a:t>
            </a:r>
            <a:br>
              <a:rPr lang="ja" dirty="0"/>
            </a:br>
            <a:endParaRPr sz="1500" dirty="0"/>
          </a:p>
        </p:txBody>
      </p:sp>
      <p:sp>
        <p:nvSpPr>
          <p:cNvPr id="410" name="Google Shape;410;p48"/>
          <p:cNvSpPr txBox="1"/>
          <p:nvPr/>
        </p:nvSpPr>
        <p:spPr>
          <a:xfrm>
            <a:off x="1005521" y="4563268"/>
            <a:ext cx="7364100" cy="291000"/>
          </a:xfrm>
          <a:prstGeom prst="rect">
            <a:avLst/>
          </a:prstGeom>
          <a:noFill/>
          <a:ln>
            <a:noFill/>
          </a:ln>
        </p:spPr>
        <p:txBody>
          <a:bodyPr spcFirstLastPara="1" wrap="square" lIns="68575" tIns="34275" rIns="68575" bIns="34275" anchor="t" anchorCtr="0">
            <a:noAutofit/>
          </a:bodyPr>
          <a:lstStyle/>
          <a:p>
            <a:pPr marL="0" marR="0" lvl="0" indent="0" algn="l" rtl="0">
              <a:lnSpc>
                <a:spcPct val="70000"/>
              </a:lnSpc>
              <a:spcBef>
                <a:spcPts val="0"/>
              </a:spcBef>
              <a:spcAft>
                <a:spcPts val="0"/>
              </a:spcAft>
              <a:buClr>
                <a:srgbClr val="000000"/>
              </a:buClr>
              <a:buSzPts val="1100"/>
              <a:buFont typeface="Arial"/>
              <a:buNone/>
            </a:pPr>
            <a:r>
              <a:rPr lang="ja" sz="1100" b="0" i="0" u="none" strike="noStrike" cap="none">
                <a:solidFill>
                  <a:schemeClr val="dk1"/>
                </a:solidFill>
                <a:latin typeface="Arial"/>
                <a:ea typeface="Arial"/>
                <a:cs typeface="Arial"/>
                <a:sym typeface="Arial"/>
              </a:rPr>
              <a:t>※お支払い方法は銀行一括振り込み・クレジット払いになります。</a:t>
            </a:r>
            <a:endParaRPr sz="1100" b="0" i="0" u="none" strike="noStrike" cap="none">
              <a:solidFill>
                <a:schemeClr val="dk1"/>
              </a:solidFill>
              <a:latin typeface="Arial"/>
              <a:ea typeface="Arial"/>
              <a:cs typeface="Arial"/>
              <a:sym typeface="Arial"/>
            </a:endParaRPr>
          </a:p>
          <a:p>
            <a:pPr marL="0" marR="0" lvl="0" indent="0" algn="l" rtl="0">
              <a:lnSpc>
                <a:spcPct val="70000"/>
              </a:lnSpc>
              <a:spcBef>
                <a:spcPts val="800"/>
              </a:spcBef>
              <a:spcAft>
                <a:spcPts val="0"/>
              </a:spcAft>
              <a:buClr>
                <a:srgbClr val="000000"/>
              </a:buClr>
              <a:buSzPts val="1100"/>
              <a:buFont typeface="Arial"/>
              <a:buNone/>
            </a:pPr>
            <a:r>
              <a:rPr lang="ja" sz="1100" b="0" i="0" u="none" strike="noStrike" cap="none">
                <a:solidFill>
                  <a:schemeClr val="dk1"/>
                </a:solidFill>
                <a:latin typeface="Arial"/>
                <a:ea typeface="Arial"/>
                <a:cs typeface="Arial"/>
                <a:sym typeface="Arial"/>
              </a:rPr>
              <a:t>（分割・クレジット一括の場合、5%のお手数料をいただきます。）</a:t>
            </a:r>
            <a:endParaRPr sz="1100" b="0" i="0" u="none" strike="noStrike" cap="none">
              <a:solidFill>
                <a:schemeClr val="dk1"/>
              </a:solidFill>
              <a:latin typeface="Arial"/>
              <a:ea typeface="Arial"/>
              <a:cs typeface="Arial"/>
              <a:sym typeface="Arial"/>
            </a:endParaRPr>
          </a:p>
        </p:txBody>
      </p:sp>
      <p:sp>
        <p:nvSpPr>
          <p:cNvPr id="411" name="Google Shape;411;p48"/>
          <p:cNvSpPr txBox="1"/>
          <p:nvPr/>
        </p:nvSpPr>
        <p:spPr>
          <a:xfrm>
            <a:off x="6239210" y="899960"/>
            <a:ext cx="2490300" cy="736017"/>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Clr>
                <a:srgbClr val="000000"/>
              </a:buClr>
              <a:buSzPts val="2100"/>
              <a:buFont typeface="Arial"/>
              <a:buNone/>
            </a:pPr>
            <a:r>
              <a:rPr lang="en-US" altLang="ja-JP" sz="2100" b="1" dirty="0">
                <a:solidFill>
                  <a:srgbClr val="C00000"/>
                </a:solidFill>
              </a:rPr>
              <a:t>120</a:t>
            </a:r>
            <a:r>
              <a:rPr lang="ja-JP" altLang="en-US" sz="2100" b="1" dirty="0">
                <a:solidFill>
                  <a:srgbClr val="C00000"/>
                </a:solidFill>
              </a:rPr>
              <a:t>万円（税込）</a:t>
            </a:r>
            <a:r>
              <a:rPr lang="ja" sz="1800" b="0" i="0" u="none" strike="noStrike" cap="none" dirty="0">
                <a:solidFill>
                  <a:schemeClr val="dk1"/>
                </a:solidFill>
                <a:latin typeface="Arial"/>
                <a:ea typeface="Arial"/>
                <a:cs typeface="Arial"/>
                <a:sym typeface="Arial"/>
              </a:rPr>
              <a:t>　　　　　　　　</a:t>
            </a:r>
            <a:br>
              <a:rPr lang="ja" sz="1800" b="0" i="0" u="none" strike="noStrike" cap="none" dirty="0">
                <a:solidFill>
                  <a:schemeClr val="dk1"/>
                </a:solidFill>
                <a:latin typeface="Arial"/>
                <a:ea typeface="Arial"/>
                <a:cs typeface="Arial"/>
                <a:sym typeface="Arial"/>
              </a:rPr>
            </a:br>
            <a:endParaRPr sz="1500" b="0" i="0" u="none" strike="noStrike" cap="none" dirty="0">
              <a:solidFill>
                <a:schemeClr val="dk1"/>
              </a:solidFill>
              <a:latin typeface="Arial"/>
              <a:ea typeface="Arial"/>
              <a:cs typeface="Arial"/>
              <a:sym typeface="Arial"/>
            </a:endParaRPr>
          </a:p>
        </p:txBody>
      </p:sp>
      <p:sp>
        <p:nvSpPr>
          <p:cNvPr id="412" name="Google Shape;412;p48"/>
          <p:cNvSpPr txBox="1"/>
          <p:nvPr/>
        </p:nvSpPr>
        <p:spPr>
          <a:xfrm>
            <a:off x="734944" y="2120840"/>
            <a:ext cx="3073049" cy="5049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Clr>
                <a:srgbClr val="000000"/>
              </a:buClr>
              <a:buSzPts val="2100"/>
              <a:buFont typeface="Arial"/>
              <a:buNone/>
            </a:pPr>
            <a:r>
              <a:rPr lang="ja" sz="2100" b="1" dirty="0">
                <a:solidFill>
                  <a:srgbClr val="C00000"/>
                </a:solidFill>
              </a:rPr>
              <a:t>天給自足1年</a:t>
            </a:r>
            <a:r>
              <a:rPr lang="ja" sz="2100" b="1" i="0" u="none" strike="noStrike" cap="none" dirty="0">
                <a:solidFill>
                  <a:srgbClr val="C00000"/>
                </a:solidFill>
                <a:latin typeface="Arial"/>
                <a:ea typeface="Arial"/>
                <a:cs typeface="Arial"/>
                <a:sym typeface="Arial"/>
              </a:rPr>
              <a:t>コース</a:t>
            </a:r>
            <a:r>
              <a:rPr lang="ja" sz="1800" b="0" i="0" u="none" strike="noStrike" cap="none" dirty="0">
                <a:solidFill>
                  <a:srgbClr val="C00000"/>
                </a:solidFill>
                <a:latin typeface="Arial"/>
                <a:ea typeface="Arial"/>
                <a:cs typeface="Arial"/>
                <a:sym typeface="Arial"/>
              </a:rPr>
              <a:t>　　     　　　　　　　　　　　　　　　</a:t>
            </a:r>
            <a:br>
              <a:rPr lang="ja" sz="1800" b="0" i="0" u="none" strike="noStrike" cap="none" dirty="0">
                <a:solidFill>
                  <a:schemeClr val="dk1"/>
                </a:solidFill>
                <a:latin typeface="Arial"/>
                <a:ea typeface="Arial"/>
                <a:cs typeface="Arial"/>
                <a:sym typeface="Arial"/>
              </a:rPr>
            </a:br>
            <a:endParaRPr sz="1500" b="0" i="0" u="none" strike="noStrike" cap="none" dirty="0">
              <a:solidFill>
                <a:schemeClr val="dk1"/>
              </a:solidFill>
              <a:latin typeface="Arial"/>
              <a:ea typeface="Arial"/>
              <a:cs typeface="Arial"/>
              <a:sym typeface="Arial"/>
            </a:endParaRPr>
          </a:p>
        </p:txBody>
      </p:sp>
      <p:sp>
        <p:nvSpPr>
          <p:cNvPr id="413" name="Google Shape;413;p48"/>
          <p:cNvSpPr txBox="1"/>
          <p:nvPr/>
        </p:nvSpPr>
        <p:spPr>
          <a:xfrm>
            <a:off x="723900" y="3361898"/>
            <a:ext cx="3028598" cy="3723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Clr>
                <a:srgbClr val="000000"/>
              </a:buClr>
              <a:buSzPts val="2100"/>
              <a:buFont typeface="Arial"/>
              <a:buNone/>
            </a:pPr>
            <a:r>
              <a:rPr lang="ja" sz="2100" b="1" dirty="0">
                <a:solidFill>
                  <a:srgbClr val="7F6000"/>
                </a:solidFill>
              </a:rPr>
              <a:t>天給自足半年</a:t>
            </a:r>
            <a:r>
              <a:rPr lang="ja" sz="2100" b="1" i="0" u="none" strike="noStrike" cap="none" dirty="0">
                <a:solidFill>
                  <a:srgbClr val="7F6000"/>
                </a:solidFill>
                <a:latin typeface="Arial"/>
                <a:ea typeface="Arial"/>
                <a:cs typeface="Arial"/>
                <a:sym typeface="Arial"/>
              </a:rPr>
              <a:t>コース</a:t>
            </a:r>
            <a:r>
              <a:rPr lang="ja" sz="1800" b="0" i="0" u="none" strike="noStrike" cap="none" dirty="0">
                <a:solidFill>
                  <a:srgbClr val="3F3F3F"/>
                </a:solidFill>
                <a:latin typeface="Arial"/>
                <a:ea typeface="Arial"/>
                <a:cs typeface="Arial"/>
                <a:sym typeface="Arial"/>
              </a:rPr>
              <a:t>　     　　　　　</a:t>
            </a:r>
            <a:r>
              <a:rPr lang="ja" sz="1800" b="0" i="0" u="none" strike="noStrike" cap="none" dirty="0">
                <a:solidFill>
                  <a:schemeClr val="dk1"/>
                </a:solidFill>
                <a:latin typeface="Arial"/>
                <a:ea typeface="Arial"/>
                <a:cs typeface="Arial"/>
                <a:sym typeface="Arial"/>
              </a:rPr>
              <a:t>　　　　　　　　　　</a:t>
            </a:r>
            <a:br>
              <a:rPr lang="ja" sz="1800" b="0" i="0" u="none" strike="noStrike" cap="none" dirty="0">
                <a:solidFill>
                  <a:schemeClr val="dk1"/>
                </a:solidFill>
                <a:latin typeface="Arial"/>
                <a:ea typeface="Arial"/>
                <a:cs typeface="Arial"/>
                <a:sym typeface="Arial"/>
              </a:rPr>
            </a:br>
            <a:endParaRPr sz="1500" b="0" i="0" u="none" strike="noStrike" cap="none" dirty="0">
              <a:solidFill>
                <a:schemeClr val="dk1"/>
              </a:solidFill>
              <a:latin typeface="Arial"/>
              <a:ea typeface="Arial"/>
              <a:cs typeface="Arial"/>
              <a:sym typeface="Arial"/>
            </a:endParaRPr>
          </a:p>
        </p:txBody>
      </p:sp>
      <p:sp>
        <p:nvSpPr>
          <p:cNvPr id="414" name="Google Shape;414;p48"/>
          <p:cNvSpPr txBox="1"/>
          <p:nvPr/>
        </p:nvSpPr>
        <p:spPr>
          <a:xfrm>
            <a:off x="6239210" y="2334900"/>
            <a:ext cx="2490300" cy="6054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Clr>
                <a:srgbClr val="000000"/>
              </a:buClr>
              <a:buSzPts val="2100"/>
              <a:buFont typeface="Arial"/>
              <a:buNone/>
            </a:pPr>
            <a:r>
              <a:rPr lang="en-US" altLang="ja-JP" sz="2100" b="1" dirty="0">
                <a:solidFill>
                  <a:srgbClr val="C00000"/>
                </a:solidFill>
              </a:rPr>
              <a:t>60</a:t>
            </a:r>
            <a:r>
              <a:rPr lang="ja" sz="2100" b="1" i="0" u="none" strike="noStrike" cap="none" dirty="0">
                <a:solidFill>
                  <a:srgbClr val="C00000"/>
                </a:solidFill>
                <a:latin typeface="Arial"/>
                <a:ea typeface="Arial"/>
                <a:cs typeface="Arial"/>
                <a:sym typeface="Arial"/>
              </a:rPr>
              <a:t>万円（税込）</a:t>
            </a:r>
            <a:r>
              <a:rPr lang="ja" sz="1800" b="0" i="0" u="none" strike="noStrike" cap="none" dirty="0">
                <a:solidFill>
                  <a:schemeClr val="dk1"/>
                </a:solidFill>
                <a:latin typeface="Arial"/>
                <a:ea typeface="Arial"/>
                <a:cs typeface="Arial"/>
                <a:sym typeface="Arial"/>
              </a:rPr>
              <a:t>　</a:t>
            </a:r>
            <a:endParaRPr sz="1800" dirty="0">
              <a:solidFill>
                <a:schemeClr val="dk1"/>
              </a:solidFill>
            </a:endParaRPr>
          </a:p>
          <a:p>
            <a:pPr marL="0" marR="0" lvl="0" indent="0" algn="l" rtl="0">
              <a:lnSpc>
                <a:spcPct val="90000"/>
              </a:lnSpc>
              <a:spcBef>
                <a:spcPts val="0"/>
              </a:spcBef>
              <a:spcAft>
                <a:spcPts val="0"/>
              </a:spcAft>
              <a:buClr>
                <a:srgbClr val="000000"/>
              </a:buClr>
              <a:buSzPts val="2100"/>
              <a:buFont typeface="Arial"/>
              <a:buNone/>
            </a:pPr>
            <a:r>
              <a:rPr lang="ja" sz="1800" b="0" i="0" u="none" strike="noStrike" cap="none" dirty="0">
                <a:solidFill>
                  <a:schemeClr val="dk1"/>
                </a:solidFill>
                <a:latin typeface="Arial"/>
                <a:ea typeface="Arial"/>
                <a:cs typeface="Arial"/>
                <a:sym typeface="Arial"/>
              </a:rPr>
              <a:t>　　　　　</a:t>
            </a:r>
            <a:br>
              <a:rPr lang="ja" sz="1800" b="0" i="0" u="none" strike="noStrike" cap="none" dirty="0">
                <a:solidFill>
                  <a:schemeClr val="dk1"/>
                </a:solidFill>
                <a:latin typeface="Arial"/>
                <a:ea typeface="Arial"/>
                <a:cs typeface="Arial"/>
                <a:sym typeface="Arial"/>
              </a:rPr>
            </a:br>
            <a:endParaRPr sz="1500" b="0" i="0" u="none" strike="noStrike" cap="none" dirty="0">
              <a:solidFill>
                <a:schemeClr val="dk1"/>
              </a:solidFill>
              <a:latin typeface="Arial"/>
              <a:ea typeface="Arial"/>
              <a:cs typeface="Arial"/>
              <a:sym typeface="Arial"/>
            </a:endParaRPr>
          </a:p>
        </p:txBody>
      </p:sp>
      <p:sp>
        <p:nvSpPr>
          <p:cNvPr id="415" name="Google Shape;415;p48"/>
          <p:cNvSpPr txBox="1"/>
          <p:nvPr/>
        </p:nvSpPr>
        <p:spPr>
          <a:xfrm>
            <a:off x="6259425" y="3552877"/>
            <a:ext cx="2490300" cy="5361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Clr>
                <a:srgbClr val="000000"/>
              </a:buClr>
              <a:buSzPts val="2100"/>
              <a:buFont typeface="Arial"/>
              <a:buNone/>
            </a:pPr>
            <a:r>
              <a:rPr lang="en-US" altLang="ja-JP" sz="2100" b="1" dirty="0">
                <a:solidFill>
                  <a:srgbClr val="C00000"/>
                </a:solidFill>
              </a:rPr>
              <a:t>40</a:t>
            </a:r>
            <a:r>
              <a:rPr lang="ja" sz="2100" b="1" i="0" u="none" strike="noStrike" cap="none" dirty="0">
                <a:solidFill>
                  <a:srgbClr val="C00000"/>
                </a:solidFill>
                <a:latin typeface="Arial"/>
                <a:ea typeface="Arial"/>
                <a:cs typeface="Arial"/>
                <a:sym typeface="Arial"/>
              </a:rPr>
              <a:t>万円（税込）</a:t>
            </a:r>
            <a:r>
              <a:rPr lang="ja" sz="1800" b="0" i="0" u="none" strike="noStrike" cap="none" dirty="0">
                <a:solidFill>
                  <a:schemeClr val="dk1"/>
                </a:solidFill>
                <a:latin typeface="Arial"/>
                <a:ea typeface="Arial"/>
                <a:cs typeface="Arial"/>
                <a:sym typeface="Arial"/>
              </a:rPr>
              <a:t>　</a:t>
            </a:r>
            <a:endParaRPr sz="1800" dirty="0">
              <a:solidFill>
                <a:schemeClr val="dk1"/>
              </a:solidFill>
            </a:endParaRPr>
          </a:p>
          <a:p>
            <a:pPr marL="0" marR="0" lvl="0" indent="0" algn="l" rtl="0">
              <a:lnSpc>
                <a:spcPct val="90000"/>
              </a:lnSpc>
              <a:spcBef>
                <a:spcPts val="0"/>
              </a:spcBef>
              <a:spcAft>
                <a:spcPts val="0"/>
              </a:spcAft>
              <a:buClr>
                <a:srgbClr val="000000"/>
              </a:buClr>
              <a:buSzPts val="2100"/>
              <a:buFont typeface="Arial"/>
              <a:buNone/>
            </a:pPr>
            <a:r>
              <a:rPr lang="ja" sz="1800" b="0" i="0" u="none" strike="noStrike" cap="none" dirty="0">
                <a:solidFill>
                  <a:schemeClr val="dk1"/>
                </a:solidFill>
                <a:latin typeface="Arial"/>
                <a:ea typeface="Arial"/>
                <a:cs typeface="Arial"/>
                <a:sym typeface="Arial"/>
              </a:rPr>
              <a:t>　　　</a:t>
            </a:r>
            <a:br>
              <a:rPr lang="ja" sz="1800" b="0" i="0" u="none" strike="noStrike" cap="none" dirty="0">
                <a:solidFill>
                  <a:schemeClr val="dk1"/>
                </a:solidFill>
                <a:latin typeface="Arial"/>
                <a:ea typeface="Arial"/>
                <a:cs typeface="Arial"/>
                <a:sym typeface="Arial"/>
              </a:rPr>
            </a:br>
            <a:endParaRPr sz="1500" b="0" i="0" u="none" strike="noStrike" cap="none" dirty="0">
              <a:solidFill>
                <a:schemeClr val="dk1"/>
              </a:solidFill>
              <a:latin typeface="Arial"/>
              <a:ea typeface="Arial"/>
              <a:cs typeface="Arial"/>
              <a:sym typeface="Arial"/>
            </a:endParaRPr>
          </a:p>
        </p:txBody>
      </p:sp>
      <p:sp>
        <p:nvSpPr>
          <p:cNvPr id="416" name="Google Shape;416;p48"/>
          <p:cNvSpPr txBox="1"/>
          <p:nvPr/>
        </p:nvSpPr>
        <p:spPr>
          <a:xfrm>
            <a:off x="3735521" y="712640"/>
            <a:ext cx="3606100" cy="1157073"/>
          </a:xfrm>
          <a:prstGeom prst="rect">
            <a:avLst/>
          </a:prstGeom>
          <a:noFill/>
          <a:ln>
            <a:noFill/>
          </a:ln>
        </p:spPr>
        <p:txBody>
          <a:bodyPr spcFirstLastPara="1" wrap="square" lIns="68575" tIns="34275" rIns="68575" bIns="34275" anchor="t" anchorCtr="0">
            <a:noAutofit/>
          </a:bodyPr>
          <a:lstStyle/>
          <a:p>
            <a:pPr marL="0" marR="0" lvl="0" indent="0" algn="l" rtl="0">
              <a:lnSpc>
                <a:spcPct val="70000"/>
              </a:lnSpc>
              <a:spcBef>
                <a:spcPts val="0"/>
              </a:spcBef>
              <a:spcAft>
                <a:spcPts val="0"/>
              </a:spcAft>
              <a:buClr>
                <a:srgbClr val="000000"/>
              </a:buClr>
              <a:buSzPts val="1100"/>
              <a:buFont typeface="Arial"/>
              <a:buNone/>
            </a:pPr>
            <a:r>
              <a:rPr lang="ja" sz="1100" b="1" i="0" u="none" strike="noStrike" cap="none" dirty="0">
                <a:solidFill>
                  <a:srgbClr val="C00000"/>
                </a:solidFill>
                <a:latin typeface="Arial"/>
                <a:ea typeface="Arial"/>
                <a:cs typeface="Arial"/>
                <a:sym typeface="Arial"/>
              </a:rPr>
              <a:t>【特別限定特典】</a:t>
            </a:r>
            <a:endParaRPr sz="1100" dirty="0"/>
          </a:p>
          <a:p>
            <a:pPr marL="0" marR="0" lvl="0" indent="0" algn="l" rtl="0">
              <a:lnSpc>
                <a:spcPct val="70000"/>
              </a:lnSpc>
              <a:spcBef>
                <a:spcPts val="800"/>
              </a:spcBef>
              <a:spcAft>
                <a:spcPts val="0"/>
              </a:spcAft>
              <a:buClr>
                <a:srgbClr val="000000"/>
              </a:buClr>
              <a:buSzPts val="1100"/>
              <a:buFont typeface="Arial"/>
              <a:buNone/>
            </a:pPr>
            <a:r>
              <a:rPr lang="ja" sz="1100" b="1" i="0" u="none" strike="noStrike" cap="none" dirty="0">
                <a:solidFill>
                  <a:srgbClr val="C00000"/>
                </a:solidFill>
                <a:latin typeface="Arial"/>
                <a:ea typeface="Arial"/>
                <a:cs typeface="Arial"/>
                <a:sym typeface="Arial"/>
              </a:rPr>
              <a:t>①</a:t>
            </a:r>
            <a:r>
              <a:rPr lang="ja" sz="1100" b="1" dirty="0">
                <a:solidFill>
                  <a:srgbClr val="C00000"/>
                </a:solidFill>
              </a:rPr>
              <a:t>ライン</a:t>
            </a:r>
            <a:r>
              <a:rPr lang="ja" sz="1100" b="1" i="0" u="none" strike="noStrike" cap="none" dirty="0">
                <a:solidFill>
                  <a:srgbClr val="C00000"/>
                </a:solidFill>
                <a:latin typeface="Arial"/>
                <a:ea typeface="Arial"/>
                <a:cs typeface="Arial"/>
                <a:sym typeface="Arial"/>
              </a:rPr>
              <a:t>サポート無制限</a:t>
            </a:r>
            <a:endParaRPr sz="1100" dirty="0"/>
          </a:p>
          <a:p>
            <a:pPr marL="0" marR="0" lvl="0" indent="0" algn="l" rtl="0">
              <a:lnSpc>
                <a:spcPct val="70000"/>
              </a:lnSpc>
              <a:spcBef>
                <a:spcPts val="800"/>
              </a:spcBef>
              <a:spcAft>
                <a:spcPts val="0"/>
              </a:spcAft>
              <a:buClr>
                <a:srgbClr val="000000"/>
              </a:buClr>
              <a:buSzPts val="1100"/>
              <a:buFont typeface="Arial"/>
              <a:buNone/>
            </a:pPr>
            <a:r>
              <a:rPr lang="ja" sz="1100" b="1" i="0" u="none" strike="noStrike" cap="none" dirty="0">
                <a:solidFill>
                  <a:srgbClr val="C00000"/>
                </a:solidFill>
                <a:latin typeface="Arial"/>
                <a:ea typeface="Arial"/>
                <a:cs typeface="Arial"/>
                <a:sym typeface="Arial"/>
              </a:rPr>
              <a:t>②</a:t>
            </a:r>
            <a:r>
              <a:rPr lang="ja" sz="1100" b="1" dirty="0">
                <a:solidFill>
                  <a:srgbClr val="C00000"/>
                </a:solidFill>
              </a:rPr>
              <a:t>リアルでいつでも見学ok</a:t>
            </a:r>
            <a:endParaRPr sz="1100" b="1" i="0" u="none" strike="noStrike" cap="none" dirty="0">
              <a:solidFill>
                <a:srgbClr val="C00000"/>
              </a:solidFill>
              <a:latin typeface="Arial"/>
              <a:ea typeface="Arial"/>
              <a:cs typeface="Arial"/>
              <a:sym typeface="Arial"/>
            </a:endParaRPr>
          </a:p>
          <a:p>
            <a:pPr marL="0" marR="0" lvl="0" indent="0" algn="l" rtl="0">
              <a:lnSpc>
                <a:spcPct val="70000"/>
              </a:lnSpc>
              <a:spcBef>
                <a:spcPts val="800"/>
              </a:spcBef>
              <a:spcAft>
                <a:spcPts val="0"/>
              </a:spcAft>
              <a:buClr>
                <a:srgbClr val="000000"/>
              </a:buClr>
              <a:buSzPts val="1100"/>
              <a:buFont typeface="Arial"/>
              <a:buNone/>
            </a:pPr>
            <a:r>
              <a:rPr lang="ja" sz="1100" b="1" i="0" u="none" strike="noStrike" cap="none" dirty="0">
                <a:solidFill>
                  <a:srgbClr val="C00000"/>
                </a:solidFill>
                <a:latin typeface="Arial"/>
                <a:ea typeface="Arial"/>
                <a:cs typeface="Arial"/>
                <a:sym typeface="Arial"/>
              </a:rPr>
              <a:t>③</a:t>
            </a:r>
            <a:r>
              <a:rPr lang="ja" sz="1100" b="1" dirty="0">
                <a:solidFill>
                  <a:srgbClr val="C00000"/>
                </a:solidFill>
              </a:rPr>
              <a:t>フランス菓子基礎動画プレゼント</a:t>
            </a:r>
            <a:endParaRPr sz="1100" dirty="0"/>
          </a:p>
          <a:p>
            <a:pPr marL="0" marR="0" lvl="0" indent="0" algn="l" rtl="0">
              <a:lnSpc>
                <a:spcPct val="70000"/>
              </a:lnSpc>
              <a:spcBef>
                <a:spcPts val="800"/>
              </a:spcBef>
              <a:spcAft>
                <a:spcPts val="0"/>
              </a:spcAft>
              <a:buClr>
                <a:srgbClr val="000000"/>
              </a:buClr>
              <a:buSzPts val="1100"/>
              <a:buFont typeface="Arial"/>
              <a:buNone/>
            </a:pPr>
            <a:r>
              <a:rPr lang="ja" sz="1100" b="1" dirty="0">
                <a:solidFill>
                  <a:srgbClr val="C00000"/>
                </a:solidFill>
              </a:rPr>
              <a:t>④</a:t>
            </a:r>
            <a:r>
              <a:rPr lang="ja" sz="1100" b="1" i="0" u="none" strike="noStrike" cap="none" dirty="0">
                <a:solidFill>
                  <a:srgbClr val="C00000"/>
                </a:solidFill>
                <a:latin typeface="Arial"/>
                <a:ea typeface="Arial"/>
                <a:cs typeface="Arial"/>
                <a:sym typeface="Arial"/>
              </a:rPr>
              <a:t>FBグループ</a:t>
            </a:r>
            <a:r>
              <a:rPr lang="ja-JP" altLang="en-US" sz="1100" b="1" i="0" u="none" strike="noStrike" cap="none" dirty="0">
                <a:solidFill>
                  <a:srgbClr val="C00000"/>
                </a:solidFill>
                <a:latin typeface="Arial"/>
                <a:ea typeface="Arial"/>
                <a:cs typeface="Arial"/>
                <a:sym typeface="Arial"/>
              </a:rPr>
              <a:t>参加　⑤食がもたらす健康最新</a:t>
            </a:r>
            <a:r>
              <a:rPr lang="en-US" altLang="ja-JP" sz="1100" b="1" i="0" u="none" strike="noStrike" cap="none" dirty="0">
                <a:solidFill>
                  <a:srgbClr val="C00000"/>
                </a:solidFill>
                <a:latin typeface="Arial"/>
                <a:ea typeface="Arial"/>
                <a:cs typeface="Arial"/>
                <a:sym typeface="Arial"/>
              </a:rPr>
              <a:t>PDF</a:t>
            </a:r>
            <a:endParaRPr sz="1100" b="1" i="0" u="none" strike="noStrike" cap="none" dirty="0">
              <a:solidFill>
                <a:srgbClr val="C00000"/>
              </a:solidFill>
              <a:latin typeface="Arial"/>
              <a:ea typeface="Arial"/>
              <a:cs typeface="Arial"/>
              <a:sym typeface="Arial"/>
            </a:endParaRPr>
          </a:p>
          <a:p>
            <a:pPr marL="0" marR="0" lvl="0" indent="0" algn="l" rtl="0">
              <a:lnSpc>
                <a:spcPct val="70000"/>
              </a:lnSpc>
              <a:spcBef>
                <a:spcPts val="800"/>
              </a:spcBef>
              <a:spcAft>
                <a:spcPts val="0"/>
              </a:spcAft>
              <a:buClr>
                <a:srgbClr val="000000"/>
              </a:buClr>
              <a:buSzPts val="1100"/>
              <a:buFont typeface="Arial"/>
              <a:buNone/>
            </a:pPr>
            <a:endParaRPr sz="1100" b="1" i="0" u="none" strike="noStrike" cap="none" dirty="0">
              <a:solidFill>
                <a:srgbClr val="C00000"/>
              </a:solidFill>
              <a:latin typeface="Arial"/>
              <a:ea typeface="Arial"/>
              <a:cs typeface="Arial"/>
              <a:sym typeface="Arial"/>
            </a:endParaRPr>
          </a:p>
          <a:p>
            <a:pPr marL="0" marR="0" lvl="0" indent="0" algn="l" rtl="0">
              <a:lnSpc>
                <a:spcPct val="70000"/>
              </a:lnSpc>
              <a:spcBef>
                <a:spcPts val="800"/>
              </a:spcBef>
              <a:spcAft>
                <a:spcPts val="0"/>
              </a:spcAft>
              <a:buClr>
                <a:srgbClr val="000000"/>
              </a:buClr>
              <a:buSzPts val="1100"/>
              <a:buFont typeface="Arial"/>
              <a:buNone/>
            </a:pPr>
            <a:endParaRPr sz="1100" b="1" i="0" u="none" strike="noStrike" cap="none" dirty="0">
              <a:solidFill>
                <a:srgbClr val="C00000"/>
              </a:solidFill>
              <a:latin typeface="Arial"/>
              <a:ea typeface="Arial"/>
              <a:cs typeface="Arial"/>
              <a:sym typeface="Arial"/>
            </a:endParaRPr>
          </a:p>
          <a:p>
            <a:pPr marL="0" marR="0" lvl="0" indent="0" algn="l" rtl="0">
              <a:lnSpc>
                <a:spcPct val="70000"/>
              </a:lnSpc>
              <a:spcBef>
                <a:spcPts val="800"/>
              </a:spcBef>
              <a:spcAft>
                <a:spcPts val="0"/>
              </a:spcAft>
              <a:buClr>
                <a:srgbClr val="000000"/>
              </a:buClr>
              <a:buSzPts val="1100"/>
              <a:buFont typeface="Arial"/>
              <a:buNone/>
            </a:pPr>
            <a:endParaRPr sz="1100" b="1" i="0" u="none" strike="noStrike" cap="none" dirty="0">
              <a:solidFill>
                <a:srgbClr val="C00000"/>
              </a:solidFill>
              <a:latin typeface="Arial"/>
              <a:ea typeface="Arial"/>
              <a:cs typeface="Arial"/>
              <a:sym typeface="Arial"/>
            </a:endParaRPr>
          </a:p>
        </p:txBody>
      </p:sp>
      <p:sp>
        <p:nvSpPr>
          <p:cNvPr id="417" name="Google Shape;417;p48"/>
          <p:cNvSpPr txBox="1"/>
          <p:nvPr/>
        </p:nvSpPr>
        <p:spPr>
          <a:xfrm>
            <a:off x="3632200" y="2145900"/>
            <a:ext cx="2558075" cy="983400"/>
          </a:xfrm>
          <a:prstGeom prst="rect">
            <a:avLst/>
          </a:prstGeom>
          <a:noFill/>
          <a:ln>
            <a:noFill/>
          </a:ln>
        </p:spPr>
        <p:txBody>
          <a:bodyPr spcFirstLastPara="1" wrap="square" lIns="68575" tIns="34275" rIns="68575" bIns="34275" anchor="t" anchorCtr="0">
            <a:noAutofit/>
          </a:bodyPr>
          <a:lstStyle/>
          <a:p>
            <a:pPr marL="0" marR="0" lvl="0" indent="0" algn="l" rtl="0">
              <a:lnSpc>
                <a:spcPct val="55714"/>
              </a:lnSpc>
              <a:spcBef>
                <a:spcPts val="0"/>
              </a:spcBef>
              <a:spcAft>
                <a:spcPts val="0"/>
              </a:spcAft>
              <a:buClr>
                <a:srgbClr val="000000"/>
              </a:buClr>
              <a:buSzPts val="1100"/>
              <a:buFont typeface="Arial"/>
              <a:buNone/>
            </a:pPr>
            <a:r>
              <a:rPr lang="ja" sz="1100" b="1" i="0" u="none" strike="noStrike" cap="none" dirty="0">
                <a:solidFill>
                  <a:srgbClr val="C00000"/>
                </a:solidFill>
                <a:latin typeface="Arial"/>
                <a:ea typeface="Arial"/>
                <a:cs typeface="Arial"/>
                <a:sym typeface="Arial"/>
              </a:rPr>
              <a:t>【特別限定特典】</a:t>
            </a:r>
            <a:endParaRPr sz="1100" b="1" i="0" u="none" strike="noStrike" cap="none" dirty="0">
              <a:solidFill>
                <a:srgbClr val="C00000"/>
              </a:solidFill>
              <a:latin typeface="Arial"/>
              <a:ea typeface="Arial"/>
              <a:cs typeface="Arial"/>
              <a:sym typeface="Arial"/>
            </a:endParaRPr>
          </a:p>
          <a:p>
            <a:pPr marL="0" lvl="0" indent="0" algn="l" rtl="0">
              <a:lnSpc>
                <a:spcPct val="70000"/>
              </a:lnSpc>
              <a:spcBef>
                <a:spcPts val="800"/>
              </a:spcBef>
              <a:spcAft>
                <a:spcPts val="0"/>
              </a:spcAft>
              <a:buClr>
                <a:schemeClr val="dk1"/>
              </a:buClr>
              <a:buSzPts val="1100"/>
              <a:buFont typeface="Arial"/>
              <a:buNone/>
            </a:pPr>
            <a:r>
              <a:rPr lang="ja" sz="1100" b="1" dirty="0">
                <a:solidFill>
                  <a:srgbClr val="C00000"/>
                </a:solidFill>
              </a:rPr>
              <a:t>①ラインサポート無制限</a:t>
            </a:r>
            <a:endParaRPr sz="1100" dirty="0">
              <a:solidFill>
                <a:schemeClr val="dk1"/>
              </a:solidFill>
            </a:endParaRPr>
          </a:p>
          <a:p>
            <a:pPr marL="0" lvl="0" indent="0" algn="l" rtl="0">
              <a:lnSpc>
                <a:spcPct val="70000"/>
              </a:lnSpc>
              <a:spcBef>
                <a:spcPts val="800"/>
              </a:spcBef>
              <a:spcAft>
                <a:spcPts val="0"/>
              </a:spcAft>
              <a:buClr>
                <a:schemeClr val="dk1"/>
              </a:buClr>
              <a:buSzPts val="1100"/>
              <a:buFont typeface="Arial"/>
              <a:buNone/>
            </a:pPr>
            <a:r>
              <a:rPr lang="ja" sz="1100" b="1" dirty="0">
                <a:solidFill>
                  <a:srgbClr val="C00000"/>
                </a:solidFill>
              </a:rPr>
              <a:t>②リアルでいつでも見学ok</a:t>
            </a:r>
            <a:endParaRPr sz="1100" b="1" dirty="0">
              <a:solidFill>
                <a:srgbClr val="C00000"/>
              </a:solidFill>
            </a:endParaRPr>
          </a:p>
          <a:p>
            <a:pPr marL="0" lvl="0" indent="0" algn="l" rtl="0">
              <a:lnSpc>
                <a:spcPct val="70000"/>
              </a:lnSpc>
              <a:spcBef>
                <a:spcPts val="800"/>
              </a:spcBef>
              <a:spcAft>
                <a:spcPts val="0"/>
              </a:spcAft>
              <a:buClr>
                <a:schemeClr val="dk1"/>
              </a:buClr>
              <a:buSzPts val="1100"/>
              <a:buFont typeface="Arial"/>
              <a:buNone/>
            </a:pPr>
            <a:r>
              <a:rPr lang="ja" sz="1100" b="1" dirty="0">
                <a:solidFill>
                  <a:srgbClr val="C00000"/>
                </a:solidFill>
              </a:rPr>
              <a:t>③フランス菓子基礎動画プレゼント</a:t>
            </a:r>
            <a:endParaRPr sz="1100" dirty="0">
              <a:solidFill>
                <a:schemeClr val="dk1"/>
              </a:solidFill>
            </a:endParaRPr>
          </a:p>
          <a:p>
            <a:pPr marL="0" lvl="0" indent="0" algn="l" rtl="0">
              <a:lnSpc>
                <a:spcPct val="70000"/>
              </a:lnSpc>
              <a:spcBef>
                <a:spcPts val="800"/>
              </a:spcBef>
              <a:spcAft>
                <a:spcPts val="0"/>
              </a:spcAft>
              <a:buClr>
                <a:schemeClr val="dk1"/>
              </a:buClr>
              <a:buSzPts val="1100"/>
              <a:buFont typeface="Arial"/>
              <a:buNone/>
            </a:pPr>
            <a:r>
              <a:rPr lang="ja" sz="1100" b="1" dirty="0">
                <a:solidFill>
                  <a:srgbClr val="C00000"/>
                </a:solidFill>
              </a:rPr>
              <a:t>④FBグループ</a:t>
            </a:r>
            <a:r>
              <a:rPr lang="ja-JP" altLang="en-US" sz="1100" b="1" dirty="0">
                <a:solidFill>
                  <a:srgbClr val="C00000"/>
                </a:solidFill>
              </a:rPr>
              <a:t>参加</a:t>
            </a:r>
            <a:endParaRPr sz="1100" b="1" dirty="0">
              <a:solidFill>
                <a:srgbClr val="C00000"/>
              </a:solidFill>
            </a:endParaRPr>
          </a:p>
          <a:p>
            <a:pPr marL="0" lvl="0" indent="0" algn="l" rtl="0">
              <a:lnSpc>
                <a:spcPct val="70000"/>
              </a:lnSpc>
              <a:spcBef>
                <a:spcPts val="800"/>
              </a:spcBef>
              <a:spcAft>
                <a:spcPts val="0"/>
              </a:spcAft>
              <a:buClr>
                <a:schemeClr val="dk1"/>
              </a:buClr>
              <a:buSzPts val="1100"/>
              <a:buFont typeface="Arial"/>
              <a:buNone/>
            </a:pPr>
            <a:endParaRPr sz="1100" b="1" dirty="0">
              <a:solidFill>
                <a:srgbClr val="C00000"/>
              </a:solidFill>
            </a:endParaRPr>
          </a:p>
          <a:p>
            <a:pPr marL="0" marR="0" lvl="0" indent="0" algn="l" rtl="0">
              <a:lnSpc>
                <a:spcPct val="55714"/>
              </a:lnSpc>
              <a:spcBef>
                <a:spcPts val="800"/>
              </a:spcBef>
              <a:spcAft>
                <a:spcPts val="0"/>
              </a:spcAft>
              <a:buClr>
                <a:srgbClr val="000000"/>
              </a:buClr>
              <a:buSzPts val="1100"/>
              <a:buFont typeface="Arial"/>
              <a:buNone/>
            </a:pPr>
            <a:endParaRPr sz="1100" dirty="0"/>
          </a:p>
        </p:txBody>
      </p:sp>
      <p:sp>
        <p:nvSpPr>
          <p:cNvPr id="418" name="Google Shape;418;p48"/>
          <p:cNvSpPr txBox="1"/>
          <p:nvPr/>
        </p:nvSpPr>
        <p:spPr>
          <a:xfrm>
            <a:off x="3565335" y="3447460"/>
            <a:ext cx="2673875" cy="983400"/>
          </a:xfrm>
          <a:prstGeom prst="rect">
            <a:avLst/>
          </a:prstGeom>
          <a:noFill/>
          <a:ln>
            <a:noFill/>
          </a:ln>
        </p:spPr>
        <p:txBody>
          <a:bodyPr spcFirstLastPara="1" wrap="square" lIns="68575" tIns="34275" rIns="68575" bIns="34275" anchor="t" anchorCtr="0">
            <a:noAutofit/>
          </a:bodyPr>
          <a:lstStyle/>
          <a:p>
            <a:pPr marL="0" marR="0" lvl="0" indent="0" algn="l" rtl="0">
              <a:lnSpc>
                <a:spcPct val="55714"/>
              </a:lnSpc>
              <a:spcBef>
                <a:spcPts val="0"/>
              </a:spcBef>
              <a:spcAft>
                <a:spcPts val="0"/>
              </a:spcAft>
              <a:buClr>
                <a:srgbClr val="000000"/>
              </a:buClr>
              <a:buSzPts val="1100"/>
              <a:buFont typeface="Arial"/>
              <a:buNone/>
            </a:pPr>
            <a:r>
              <a:rPr lang="ja" sz="1100" b="1" i="0" u="none" strike="noStrike" cap="none" dirty="0">
                <a:solidFill>
                  <a:srgbClr val="C00000"/>
                </a:solidFill>
                <a:latin typeface="Arial"/>
                <a:ea typeface="Arial"/>
                <a:cs typeface="Arial"/>
                <a:sym typeface="Arial"/>
              </a:rPr>
              <a:t>【特別限定特典】</a:t>
            </a:r>
            <a:endParaRPr sz="1100" dirty="0"/>
          </a:p>
          <a:p>
            <a:pPr marL="0" lvl="0" indent="0" algn="l" rtl="0">
              <a:lnSpc>
                <a:spcPct val="70000"/>
              </a:lnSpc>
              <a:spcBef>
                <a:spcPts val="800"/>
              </a:spcBef>
              <a:spcAft>
                <a:spcPts val="0"/>
              </a:spcAft>
              <a:buClr>
                <a:schemeClr val="dk1"/>
              </a:buClr>
              <a:buSzPts val="1100"/>
              <a:buFont typeface="Arial"/>
              <a:buNone/>
            </a:pPr>
            <a:r>
              <a:rPr lang="ja" sz="1100" b="1" dirty="0">
                <a:solidFill>
                  <a:srgbClr val="C00000"/>
                </a:solidFill>
              </a:rPr>
              <a:t>①ラインサポート無制限</a:t>
            </a:r>
            <a:endParaRPr sz="1100" dirty="0">
              <a:solidFill>
                <a:schemeClr val="dk1"/>
              </a:solidFill>
            </a:endParaRPr>
          </a:p>
          <a:p>
            <a:pPr marL="0" lvl="0" indent="0" algn="l" rtl="0">
              <a:lnSpc>
                <a:spcPct val="70000"/>
              </a:lnSpc>
              <a:spcBef>
                <a:spcPts val="800"/>
              </a:spcBef>
              <a:spcAft>
                <a:spcPts val="0"/>
              </a:spcAft>
              <a:buClr>
                <a:schemeClr val="dk1"/>
              </a:buClr>
              <a:buSzPts val="1100"/>
              <a:buFont typeface="Arial"/>
              <a:buNone/>
            </a:pPr>
            <a:r>
              <a:rPr lang="ja" sz="1100" b="1" dirty="0">
                <a:solidFill>
                  <a:srgbClr val="C00000"/>
                </a:solidFill>
              </a:rPr>
              <a:t>②リアルでいつでも見学ok</a:t>
            </a:r>
            <a:endParaRPr sz="1100" b="1" dirty="0">
              <a:solidFill>
                <a:srgbClr val="C00000"/>
              </a:solidFill>
            </a:endParaRPr>
          </a:p>
          <a:p>
            <a:pPr marL="0" lvl="0" indent="0" algn="l" rtl="0">
              <a:lnSpc>
                <a:spcPct val="70000"/>
              </a:lnSpc>
              <a:spcBef>
                <a:spcPts val="800"/>
              </a:spcBef>
              <a:spcAft>
                <a:spcPts val="0"/>
              </a:spcAft>
              <a:buClr>
                <a:schemeClr val="dk1"/>
              </a:buClr>
              <a:buSzPts val="1100"/>
              <a:buFont typeface="Arial"/>
              <a:buNone/>
            </a:pPr>
            <a:r>
              <a:rPr lang="ja" sz="1100" b="1" dirty="0">
                <a:solidFill>
                  <a:srgbClr val="C00000"/>
                </a:solidFill>
              </a:rPr>
              <a:t>③FBグループ</a:t>
            </a:r>
            <a:r>
              <a:rPr lang="ja-JP" altLang="en-US" sz="1100" b="1" dirty="0">
                <a:solidFill>
                  <a:srgbClr val="C00000"/>
                </a:solidFill>
              </a:rPr>
              <a:t>参加</a:t>
            </a:r>
            <a:endParaRPr sz="1100" b="1" dirty="0">
              <a:solidFill>
                <a:srgbClr val="C00000"/>
              </a:solidFill>
            </a:endParaRPr>
          </a:p>
          <a:p>
            <a:pPr marL="0" lvl="0" indent="0" algn="l" rtl="0">
              <a:lnSpc>
                <a:spcPct val="70000"/>
              </a:lnSpc>
              <a:spcBef>
                <a:spcPts val="800"/>
              </a:spcBef>
              <a:spcAft>
                <a:spcPts val="0"/>
              </a:spcAft>
              <a:buClr>
                <a:schemeClr val="dk1"/>
              </a:buClr>
              <a:buSzPts val="1100"/>
              <a:buFont typeface="Arial"/>
              <a:buNone/>
            </a:pPr>
            <a:endParaRPr sz="1100" b="1" dirty="0">
              <a:solidFill>
                <a:srgbClr val="C00000"/>
              </a:solidFill>
            </a:endParaRPr>
          </a:p>
          <a:p>
            <a:pPr marL="0" marR="0" lvl="0" indent="0" algn="l" rtl="0">
              <a:lnSpc>
                <a:spcPct val="55714"/>
              </a:lnSpc>
              <a:spcBef>
                <a:spcPts val="800"/>
              </a:spcBef>
              <a:spcAft>
                <a:spcPts val="0"/>
              </a:spcAft>
              <a:buClr>
                <a:srgbClr val="000000"/>
              </a:buClr>
              <a:buSzPts val="1100"/>
              <a:buFont typeface="Arial"/>
              <a:buNone/>
            </a:pPr>
            <a:endParaRPr sz="1100" b="1" dirty="0">
              <a:solidFill>
                <a:srgbClr val="C00000"/>
              </a:solidFill>
            </a:endParaRPr>
          </a:p>
        </p:txBody>
      </p:sp>
      <p:sp>
        <p:nvSpPr>
          <p:cNvPr id="419" name="Google Shape;419;p48"/>
          <p:cNvSpPr txBox="1"/>
          <p:nvPr/>
        </p:nvSpPr>
        <p:spPr>
          <a:xfrm>
            <a:off x="734944" y="1266536"/>
            <a:ext cx="2934386" cy="743322"/>
          </a:xfrm>
          <a:prstGeom prst="rect">
            <a:avLst/>
          </a:prstGeom>
          <a:noFill/>
          <a:ln>
            <a:noFill/>
          </a:ln>
        </p:spPr>
        <p:txBody>
          <a:bodyPr spcFirstLastPara="1" wrap="square" lIns="68575" tIns="34275" rIns="68575" bIns="34275" anchor="t" anchorCtr="0">
            <a:noAutofit/>
          </a:bodyPr>
          <a:lstStyle/>
          <a:p>
            <a:pPr marL="0" marR="0" lvl="0" indent="0" algn="l" rtl="0">
              <a:lnSpc>
                <a:spcPct val="68571"/>
              </a:lnSpc>
              <a:spcBef>
                <a:spcPts val="0"/>
              </a:spcBef>
              <a:spcAft>
                <a:spcPts val="0"/>
              </a:spcAft>
              <a:buClr>
                <a:srgbClr val="000000"/>
              </a:buClr>
              <a:buSzPts val="1100"/>
              <a:buFont typeface="Arial"/>
              <a:buNone/>
            </a:pPr>
            <a:r>
              <a:rPr lang="ja" sz="1100" b="1" dirty="0">
                <a:solidFill>
                  <a:srgbClr val="3F3F3F"/>
                </a:solidFill>
              </a:rPr>
              <a:t>すべての講座が2年（2回）にわたっ</a:t>
            </a:r>
            <a:r>
              <a:rPr lang="ja-JP" altLang="en-US" sz="1100" b="1" dirty="0">
                <a:solidFill>
                  <a:srgbClr val="3F3F3F"/>
                </a:solidFill>
              </a:rPr>
              <a:t>て</a:t>
            </a:r>
            <a:endParaRPr lang="en-US" altLang="ja" sz="1100" b="1" dirty="0">
              <a:solidFill>
                <a:srgbClr val="3F3F3F"/>
              </a:solidFill>
            </a:endParaRPr>
          </a:p>
          <a:p>
            <a:pPr marL="0" marR="0" lvl="0" indent="0" algn="l" rtl="0">
              <a:lnSpc>
                <a:spcPct val="68571"/>
              </a:lnSpc>
              <a:spcBef>
                <a:spcPts val="0"/>
              </a:spcBef>
              <a:spcAft>
                <a:spcPts val="0"/>
              </a:spcAft>
              <a:buClr>
                <a:srgbClr val="000000"/>
              </a:buClr>
              <a:buSzPts val="1100"/>
              <a:buFont typeface="Arial"/>
              <a:buNone/>
            </a:pPr>
            <a:endParaRPr sz="1100" b="1" dirty="0">
              <a:solidFill>
                <a:srgbClr val="3F3F3F"/>
              </a:solidFill>
            </a:endParaRPr>
          </a:p>
          <a:p>
            <a:pPr marL="0" marR="0" lvl="0" indent="0" algn="l" rtl="0">
              <a:lnSpc>
                <a:spcPct val="68571"/>
              </a:lnSpc>
              <a:spcBef>
                <a:spcPts val="0"/>
              </a:spcBef>
              <a:spcAft>
                <a:spcPts val="0"/>
              </a:spcAft>
              <a:buClr>
                <a:srgbClr val="000000"/>
              </a:buClr>
              <a:buSzPts val="1100"/>
              <a:buFont typeface="Arial"/>
              <a:buNone/>
            </a:pPr>
            <a:r>
              <a:rPr lang="ja" sz="1100" b="1" dirty="0">
                <a:solidFill>
                  <a:srgbClr val="3F3F3F"/>
                </a:solidFill>
              </a:rPr>
              <a:t>受講、2年目からは</a:t>
            </a:r>
            <a:r>
              <a:rPr lang="ja-JP" altLang="en-US" sz="1100" b="1" dirty="0">
                <a:solidFill>
                  <a:srgbClr val="3F3F3F"/>
                </a:solidFill>
              </a:rPr>
              <a:t>教える立場で考え受講</a:t>
            </a:r>
            <a:endParaRPr sz="1100" b="1" dirty="0">
              <a:solidFill>
                <a:srgbClr val="3F3F3F"/>
              </a:solidFill>
            </a:endParaRPr>
          </a:p>
          <a:p>
            <a:pPr marL="0" marR="0" lvl="0" indent="0" algn="l" rtl="0">
              <a:lnSpc>
                <a:spcPct val="68571"/>
              </a:lnSpc>
              <a:spcBef>
                <a:spcPts val="800"/>
              </a:spcBef>
              <a:spcAft>
                <a:spcPts val="0"/>
              </a:spcAft>
              <a:buClr>
                <a:srgbClr val="000000"/>
              </a:buClr>
              <a:buSzPts val="1100"/>
              <a:buFont typeface="Arial"/>
              <a:buNone/>
            </a:pPr>
            <a:endParaRPr sz="1100" b="1" i="0" u="none" strike="noStrike" cap="none" dirty="0">
              <a:solidFill>
                <a:srgbClr val="3F3F3F"/>
              </a:solidFill>
              <a:latin typeface="Arial"/>
              <a:ea typeface="Arial"/>
              <a:cs typeface="Arial"/>
              <a:sym typeface="Arial"/>
            </a:endParaRPr>
          </a:p>
        </p:txBody>
      </p:sp>
      <p:sp>
        <p:nvSpPr>
          <p:cNvPr id="420" name="Google Shape;420;p48"/>
          <p:cNvSpPr txBox="1"/>
          <p:nvPr/>
        </p:nvSpPr>
        <p:spPr>
          <a:xfrm>
            <a:off x="723900" y="2483369"/>
            <a:ext cx="3011621" cy="703500"/>
          </a:xfrm>
          <a:prstGeom prst="rect">
            <a:avLst/>
          </a:prstGeom>
          <a:noFill/>
          <a:ln>
            <a:noFill/>
          </a:ln>
        </p:spPr>
        <p:txBody>
          <a:bodyPr spcFirstLastPara="1" wrap="square" lIns="68575" tIns="34275" rIns="68575" bIns="34275" anchor="t" anchorCtr="0">
            <a:noAutofit/>
          </a:bodyPr>
          <a:lstStyle/>
          <a:p>
            <a:pPr marL="0" marR="0" lvl="0" indent="0" algn="l" rtl="0">
              <a:lnSpc>
                <a:spcPct val="68571"/>
              </a:lnSpc>
              <a:spcBef>
                <a:spcPts val="0"/>
              </a:spcBef>
              <a:spcAft>
                <a:spcPts val="0"/>
              </a:spcAft>
              <a:buClr>
                <a:srgbClr val="000000"/>
              </a:buClr>
              <a:buSzPts val="1100"/>
              <a:buFont typeface="Arial"/>
              <a:buNone/>
            </a:pPr>
            <a:r>
              <a:rPr lang="en-US" altLang="ja-JP" sz="1100" b="1" dirty="0">
                <a:solidFill>
                  <a:srgbClr val="3F3F3F"/>
                </a:solidFill>
              </a:rPr>
              <a:t>1</a:t>
            </a:r>
            <a:r>
              <a:rPr lang="ja-JP" altLang="en-US" sz="1100" b="1" dirty="0">
                <a:solidFill>
                  <a:srgbClr val="3F3F3F"/>
                </a:solidFill>
              </a:rPr>
              <a:t>年間を通してすべての講座を受講でき</a:t>
            </a:r>
          </a:p>
          <a:p>
            <a:pPr marL="0" marR="0" lvl="0" indent="0" algn="l" rtl="0">
              <a:lnSpc>
                <a:spcPct val="68571"/>
              </a:lnSpc>
              <a:spcBef>
                <a:spcPts val="0"/>
              </a:spcBef>
              <a:spcAft>
                <a:spcPts val="0"/>
              </a:spcAft>
              <a:buClr>
                <a:srgbClr val="000000"/>
              </a:buClr>
              <a:buSzPts val="1100"/>
              <a:buFont typeface="Arial"/>
              <a:buNone/>
            </a:pPr>
            <a:endParaRPr lang="ja-JP" altLang="en-US" sz="1100" b="1" dirty="0">
              <a:solidFill>
                <a:srgbClr val="3F3F3F"/>
              </a:solidFill>
            </a:endParaRPr>
          </a:p>
          <a:p>
            <a:pPr marL="0" marR="0" lvl="0" indent="0" algn="l" rtl="0">
              <a:lnSpc>
                <a:spcPct val="68571"/>
              </a:lnSpc>
              <a:spcBef>
                <a:spcPts val="0"/>
              </a:spcBef>
              <a:spcAft>
                <a:spcPts val="0"/>
              </a:spcAft>
              <a:buClr>
                <a:srgbClr val="000000"/>
              </a:buClr>
              <a:buSzPts val="1100"/>
              <a:buFont typeface="Arial"/>
              <a:buNone/>
            </a:pPr>
            <a:r>
              <a:rPr lang="ja-JP" altLang="en-US" sz="1100" b="1" dirty="0">
                <a:solidFill>
                  <a:srgbClr val="3F3F3F"/>
                </a:solidFill>
              </a:rPr>
              <a:t>ます。四季のを通しての学びが豊かで</a:t>
            </a:r>
          </a:p>
          <a:p>
            <a:pPr marL="0" marR="0" lvl="0" indent="0" algn="l" rtl="0">
              <a:lnSpc>
                <a:spcPct val="68571"/>
              </a:lnSpc>
              <a:spcBef>
                <a:spcPts val="0"/>
              </a:spcBef>
              <a:spcAft>
                <a:spcPts val="0"/>
              </a:spcAft>
              <a:buClr>
                <a:srgbClr val="000000"/>
              </a:buClr>
              <a:buSzPts val="1100"/>
              <a:buFont typeface="Arial"/>
              <a:buNone/>
            </a:pPr>
            <a:endParaRPr lang="ja-JP" altLang="en-US" sz="1100" b="1" dirty="0">
              <a:solidFill>
                <a:srgbClr val="3F3F3F"/>
              </a:solidFill>
            </a:endParaRPr>
          </a:p>
          <a:p>
            <a:pPr marL="0" marR="0" lvl="0" indent="0" algn="l" rtl="0">
              <a:lnSpc>
                <a:spcPct val="68571"/>
              </a:lnSpc>
              <a:spcBef>
                <a:spcPts val="0"/>
              </a:spcBef>
              <a:spcAft>
                <a:spcPts val="0"/>
              </a:spcAft>
              <a:buClr>
                <a:srgbClr val="000000"/>
              </a:buClr>
              <a:buSzPts val="1100"/>
              <a:buFont typeface="Arial"/>
              <a:buNone/>
            </a:pPr>
            <a:r>
              <a:rPr lang="ja-JP" altLang="en-US" sz="1100" b="1" dirty="0">
                <a:solidFill>
                  <a:srgbClr val="3F3F3F"/>
                </a:solidFill>
              </a:rPr>
              <a:t>楽しい</a:t>
            </a:r>
          </a:p>
          <a:p>
            <a:pPr marL="0" marR="0" lvl="0" indent="0" algn="l" rtl="0">
              <a:lnSpc>
                <a:spcPct val="68571"/>
              </a:lnSpc>
              <a:spcBef>
                <a:spcPts val="0"/>
              </a:spcBef>
              <a:spcAft>
                <a:spcPts val="0"/>
              </a:spcAft>
              <a:buClr>
                <a:srgbClr val="000000"/>
              </a:buClr>
              <a:buSzPts val="1100"/>
              <a:buFont typeface="Arial"/>
              <a:buNone/>
            </a:pPr>
            <a:endParaRPr sz="1100" b="1" i="0" u="none" strike="noStrike" cap="none" dirty="0">
              <a:solidFill>
                <a:srgbClr val="3F3F3F"/>
              </a:solidFill>
              <a:latin typeface="Arial"/>
              <a:ea typeface="Arial"/>
              <a:cs typeface="Arial"/>
              <a:sym typeface="Arial"/>
            </a:endParaRPr>
          </a:p>
        </p:txBody>
      </p:sp>
      <p:sp>
        <p:nvSpPr>
          <p:cNvPr id="421" name="Google Shape;421;p48"/>
          <p:cNvSpPr txBox="1"/>
          <p:nvPr/>
        </p:nvSpPr>
        <p:spPr>
          <a:xfrm>
            <a:off x="801135" y="3723958"/>
            <a:ext cx="2764200" cy="682867"/>
          </a:xfrm>
          <a:prstGeom prst="rect">
            <a:avLst/>
          </a:prstGeom>
          <a:noFill/>
          <a:ln>
            <a:noFill/>
          </a:ln>
        </p:spPr>
        <p:txBody>
          <a:bodyPr spcFirstLastPara="1" wrap="square" lIns="68575" tIns="34275" rIns="68575" bIns="34275" anchor="t" anchorCtr="0">
            <a:noAutofit/>
          </a:bodyPr>
          <a:lstStyle/>
          <a:p>
            <a:pPr marL="0" marR="0" lvl="0" indent="0" algn="l" rtl="0">
              <a:lnSpc>
                <a:spcPct val="68571"/>
              </a:lnSpc>
              <a:spcBef>
                <a:spcPts val="0"/>
              </a:spcBef>
              <a:spcAft>
                <a:spcPts val="0"/>
              </a:spcAft>
              <a:buClr>
                <a:srgbClr val="000000"/>
              </a:buClr>
              <a:buSzPts val="1100"/>
              <a:buFont typeface="Arial"/>
              <a:buNone/>
            </a:pPr>
            <a:r>
              <a:rPr lang="ja-JP" altLang="en-US" sz="1100" b="1" dirty="0">
                <a:solidFill>
                  <a:srgbClr val="3F3F3F"/>
                </a:solidFill>
              </a:rPr>
              <a:t>天給自足の中心となる講座を受講</a:t>
            </a:r>
          </a:p>
          <a:p>
            <a:pPr marL="0" marR="0" lvl="0" indent="0" algn="l" rtl="0">
              <a:lnSpc>
                <a:spcPct val="68571"/>
              </a:lnSpc>
              <a:spcBef>
                <a:spcPts val="0"/>
              </a:spcBef>
              <a:spcAft>
                <a:spcPts val="0"/>
              </a:spcAft>
              <a:buClr>
                <a:srgbClr val="000000"/>
              </a:buClr>
              <a:buSzPts val="1100"/>
              <a:buFont typeface="Arial"/>
              <a:buNone/>
            </a:pPr>
            <a:endParaRPr lang="ja-JP" altLang="en-US" sz="1100" b="1" dirty="0">
              <a:solidFill>
                <a:srgbClr val="3F3F3F"/>
              </a:solidFill>
            </a:endParaRPr>
          </a:p>
          <a:p>
            <a:pPr marL="0" marR="0" lvl="0" indent="0" algn="l" rtl="0">
              <a:lnSpc>
                <a:spcPct val="68571"/>
              </a:lnSpc>
              <a:spcBef>
                <a:spcPts val="0"/>
              </a:spcBef>
              <a:spcAft>
                <a:spcPts val="0"/>
              </a:spcAft>
              <a:buClr>
                <a:srgbClr val="000000"/>
              </a:buClr>
              <a:buSzPts val="1100"/>
              <a:buFont typeface="Arial"/>
              <a:buNone/>
            </a:pPr>
            <a:r>
              <a:rPr lang="ja-JP" altLang="en-US" sz="1100" b="1" dirty="0">
                <a:solidFill>
                  <a:srgbClr val="3F3F3F"/>
                </a:solidFill>
              </a:rPr>
              <a:t>ポタジェ（キッチンガーデン）菌ちゃん</a:t>
            </a:r>
          </a:p>
          <a:p>
            <a:pPr marL="0" marR="0" lvl="0" indent="0" algn="l" rtl="0">
              <a:lnSpc>
                <a:spcPct val="68571"/>
              </a:lnSpc>
              <a:spcBef>
                <a:spcPts val="0"/>
              </a:spcBef>
              <a:spcAft>
                <a:spcPts val="0"/>
              </a:spcAft>
              <a:buClr>
                <a:srgbClr val="000000"/>
              </a:buClr>
              <a:buSzPts val="1100"/>
              <a:buFont typeface="Arial"/>
              <a:buNone/>
            </a:pPr>
            <a:endParaRPr lang="ja-JP" altLang="en-US" sz="1100" b="1" dirty="0">
              <a:solidFill>
                <a:srgbClr val="3F3F3F"/>
              </a:solidFill>
            </a:endParaRPr>
          </a:p>
          <a:p>
            <a:pPr marL="0" marR="0" lvl="0" indent="0" algn="l" rtl="0">
              <a:lnSpc>
                <a:spcPct val="68571"/>
              </a:lnSpc>
              <a:spcBef>
                <a:spcPts val="0"/>
              </a:spcBef>
              <a:spcAft>
                <a:spcPts val="0"/>
              </a:spcAft>
              <a:buClr>
                <a:srgbClr val="000000"/>
              </a:buClr>
              <a:buSzPts val="1100"/>
              <a:buFont typeface="Arial"/>
              <a:buNone/>
            </a:pPr>
            <a:r>
              <a:rPr lang="ja-JP" altLang="en-US" sz="1100" b="1" dirty="0">
                <a:solidFill>
                  <a:srgbClr val="3F3F3F"/>
                </a:solidFill>
              </a:rPr>
              <a:t>農法で素敵な庭を作り</a:t>
            </a:r>
          </a:p>
          <a:p>
            <a:pPr marL="0" marR="0" lvl="0" indent="0" algn="l" rtl="0">
              <a:lnSpc>
                <a:spcPct val="68571"/>
              </a:lnSpc>
              <a:spcBef>
                <a:spcPts val="0"/>
              </a:spcBef>
              <a:spcAft>
                <a:spcPts val="0"/>
              </a:spcAft>
              <a:buClr>
                <a:srgbClr val="000000"/>
              </a:buClr>
              <a:buSzPts val="1100"/>
              <a:buFont typeface="Arial"/>
              <a:buNone/>
            </a:pPr>
            <a:r>
              <a:rPr lang="ja" sz="1100" b="1" i="0" u="none" strike="noStrike" cap="none" dirty="0">
                <a:solidFill>
                  <a:srgbClr val="3F3F3F"/>
                </a:solidFill>
                <a:latin typeface="Arial"/>
                <a:ea typeface="Arial"/>
                <a:cs typeface="Arial"/>
                <a:sym typeface="Arial"/>
              </a:rPr>
              <a:t>　</a:t>
            </a:r>
            <a:endParaRPr sz="1100" b="1" i="0" u="none" strike="noStrike" cap="none" dirty="0">
              <a:solidFill>
                <a:srgbClr val="3F3F3F"/>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4">
            <p14:nvContentPartPr>
              <p14:cNvPr id="2" name="インク 1">
                <a:extLst>
                  <a:ext uri="{FF2B5EF4-FFF2-40B4-BE49-F238E27FC236}">
                    <a16:creationId xmlns:a16="http://schemas.microsoft.com/office/drawing/2014/main" id="{1B655816-AB20-0E3C-7238-CEABB32D49C8}"/>
                  </a:ext>
                </a:extLst>
              </p14:cNvPr>
              <p14:cNvContentPartPr/>
              <p14:nvPr/>
            </p14:nvContentPartPr>
            <p14:xfrm>
              <a:off x="495360" y="4290840"/>
              <a:ext cx="19440" cy="360"/>
            </p14:xfrm>
          </p:contentPart>
        </mc:Choice>
        <mc:Fallback xmlns="">
          <p:pic>
            <p:nvPicPr>
              <p:cNvPr id="2" name="インク 1">
                <a:extLst>
                  <a:ext uri="{FF2B5EF4-FFF2-40B4-BE49-F238E27FC236}">
                    <a16:creationId xmlns:a16="http://schemas.microsoft.com/office/drawing/2014/main" id="{1B655816-AB20-0E3C-7238-CEABB32D49C8}"/>
                  </a:ext>
                </a:extLst>
              </p:cNvPr>
              <p:cNvPicPr/>
              <p:nvPr/>
            </p:nvPicPr>
            <p:blipFill>
              <a:blip r:embed="rId5"/>
              <a:stretch>
                <a:fillRect/>
              </a:stretch>
            </p:blipFill>
            <p:spPr>
              <a:xfrm>
                <a:off x="486000" y="4281480"/>
                <a:ext cx="38160" cy="190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1"/>
                                        </p:tgtEl>
                                        <p:attrNameLst>
                                          <p:attrName>style.visibility</p:attrName>
                                        </p:attrNameLst>
                                      </p:cBhvr>
                                      <p:to>
                                        <p:strVal val="visible"/>
                                      </p:to>
                                    </p:set>
                                    <p:animEffect transition="in" filter="fade">
                                      <p:cBhvr>
                                        <p:cTn id="7" dur="1000"/>
                                        <p:tgtEl>
                                          <p:spTgt spid="4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4"/>
                                        </p:tgtEl>
                                        <p:attrNameLst>
                                          <p:attrName>style.visibility</p:attrName>
                                        </p:attrNameLst>
                                      </p:cBhvr>
                                      <p:to>
                                        <p:strVal val="visible"/>
                                      </p:to>
                                    </p:set>
                                    <p:animEffect transition="in" filter="fade">
                                      <p:cBhvr>
                                        <p:cTn id="12" dur="1000"/>
                                        <p:tgtEl>
                                          <p:spTgt spid="4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15"/>
                                        </p:tgtEl>
                                        <p:attrNameLst>
                                          <p:attrName>style.visibility</p:attrName>
                                        </p:attrNameLst>
                                      </p:cBhvr>
                                      <p:to>
                                        <p:strVal val="visible"/>
                                      </p:to>
                                    </p:set>
                                    <p:animEffect transition="in" filter="fade">
                                      <p:cBhvr>
                                        <p:cTn id="17" dur="1000"/>
                                        <p:tgtEl>
                                          <p:spTgt spid="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50"/>
          <p:cNvSpPr txBox="1"/>
          <p:nvPr/>
        </p:nvSpPr>
        <p:spPr>
          <a:xfrm>
            <a:off x="1331119" y="1183822"/>
            <a:ext cx="5645700" cy="3116207"/>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000000"/>
              </a:buClr>
              <a:buSzPts val="3000"/>
              <a:buFont typeface="Arial"/>
              <a:buNone/>
            </a:pPr>
            <a:r>
              <a:rPr lang="ja-JP" altLang="en-US" sz="4400" b="0" i="0" u="none" strike="noStrike" cap="none" dirty="0">
                <a:solidFill>
                  <a:srgbClr val="3F3F3F"/>
                </a:solidFill>
                <a:latin typeface="Calibri"/>
                <a:ea typeface="Calibri"/>
                <a:cs typeface="Calibri"/>
                <a:sym typeface="Calibri"/>
              </a:rPr>
              <a:t>実は今回限りの</a:t>
            </a:r>
          </a:p>
          <a:p>
            <a:pPr marL="0" marR="0" lvl="0" indent="0" algn="l" rtl="0">
              <a:lnSpc>
                <a:spcPct val="150000"/>
              </a:lnSpc>
              <a:spcBef>
                <a:spcPts val="0"/>
              </a:spcBef>
              <a:spcAft>
                <a:spcPts val="0"/>
              </a:spcAft>
              <a:buClr>
                <a:srgbClr val="000000"/>
              </a:buClr>
              <a:buSzPts val="3000"/>
              <a:buFont typeface="Arial"/>
              <a:buNone/>
            </a:pPr>
            <a:r>
              <a:rPr lang="ja-JP" altLang="en-US" sz="4400" b="1" dirty="0">
                <a:solidFill>
                  <a:srgbClr val="FF0000"/>
                </a:solidFill>
                <a:latin typeface="Calibri"/>
                <a:ea typeface="Calibri"/>
                <a:cs typeface="Calibri"/>
                <a:sym typeface="Calibri"/>
              </a:rPr>
              <a:t>早期契約割引</a:t>
            </a:r>
            <a:r>
              <a:rPr lang="ja-JP" altLang="en-US" sz="4400" b="0" i="0" u="none" strike="noStrike" cap="none" dirty="0">
                <a:solidFill>
                  <a:srgbClr val="3F3F3F"/>
                </a:solidFill>
                <a:latin typeface="Calibri"/>
                <a:ea typeface="Calibri"/>
                <a:cs typeface="Calibri"/>
                <a:sym typeface="Calibri"/>
              </a:rPr>
              <a:t>の</a:t>
            </a:r>
          </a:p>
          <a:p>
            <a:pPr marL="0" marR="0" lvl="0" indent="0" algn="l" rtl="0">
              <a:lnSpc>
                <a:spcPct val="150000"/>
              </a:lnSpc>
              <a:spcBef>
                <a:spcPts val="0"/>
              </a:spcBef>
              <a:spcAft>
                <a:spcPts val="0"/>
              </a:spcAft>
              <a:buClr>
                <a:srgbClr val="000000"/>
              </a:buClr>
              <a:buSzPts val="3000"/>
              <a:buFont typeface="Arial"/>
              <a:buNone/>
            </a:pPr>
            <a:r>
              <a:rPr lang="ja-JP" altLang="en-US" sz="4400" b="0" i="0" u="none" strike="noStrike" cap="none" dirty="0">
                <a:solidFill>
                  <a:srgbClr val="3F3F3F"/>
                </a:solidFill>
                <a:latin typeface="Calibri"/>
                <a:ea typeface="Calibri"/>
                <a:cs typeface="Calibri"/>
                <a:sym typeface="Calibri"/>
              </a:rPr>
              <a:t>ご案内があります</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51"/>
          <p:cNvSpPr txBox="1">
            <a:spLocks noGrp="1"/>
          </p:cNvSpPr>
          <p:nvPr>
            <p:ph type="body" idx="1"/>
          </p:nvPr>
        </p:nvSpPr>
        <p:spPr>
          <a:xfrm>
            <a:off x="915129" y="733469"/>
            <a:ext cx="7886700" cy="7242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Clr>
                <a:srgbClr val="3F3F3F"/>
              </a:buClr>
              <a:buSzPts val="2400"/>
              <a:buNone/>
            </a:pPr>
            <a:r>
              <a:rPr lang="ja" sz="2400" b="1">
                <a:solidFill>
                  <a:srgbClr val="3F3F3F"/>
                </a:solidFill>
              </a:rPr>
              <a:t>実は今</a:t>
            </a:r>
            <a:r>
              <a:rPr lang="ja-JP" altLang="en-US" sz="2400" b="1" dirty="0">
                <a:solidFill>
                  <a:srgbClr val="3F3F3F"/>
                </a:solidFill>
              </a:rPr>
              <a:t>割引価格にてご案内しています。</a:t>
            </a:r>
            <a:r>
              <a:rPr lang="ja-JP" altLang="en-US" sz="2400" b="1" dirty="0">
                <a:solidFill>
                  <a:srgbClr val="C00000"/>
                </a:solidFill>
              </a:rPr>
              <a:t>割引条件は</a:t>
            </a:r>
          </a:p>
        </p:txBody>
      </p:sp>
      <p:sp>
        <p:nvSpPr>
          <p:cNvPr id="451" name="Google Shape;451;p51"/>
          <p:cNvSpPr txBox="1"/>
          <p:nvPr/>
        </p:nvSpPr>
        <p:spPr>
          <a:xfrm>
            <a:off x="1010379" y="1863685"/>
            <a:ext cx="7886700" cy="2855100"/>
          </a:xfrm>
          <a:prstGeom prst="rect">
            <a:avLst/>
          </a:prstGeom>
          <a:noFill/>
          <a:ln>
            <a:noFill/>
          </a:ln>
        </p:spPr>
        <p:txBody>
          <a:bodyPr spcFirstLastPara="1" wrap="square" lIns="68575" tIns="34275" rIns="68575" bIns="34275" anchor="t" anchorCtr="0">
            <a:normAutofit fontScale="92500" lnSpcReduction="20000"/>
          </a:bodyPr>
          <a:lstStyle/>
          <a:p>
            <a:pPr marL="0" marR="0" lvl="0" indent="0" algn="l" rtl="0">
              <a:lnSpc>
                <a:spcPct val="90000"/>
              </a:lnSpc>
              <a:spcBef>
                <a:spcPts val="0"/>
              </a:spcBef>
              <a:spcAft>
                <a:spcPts val="0"/>
              </a:spcAft>
              <a:buClr>
                <a:srgbClr val="3F3F3F"/>
              </a:buClr>
              <a:buSzPct val="100000"/>
              <a:buFont typeface="Arial"/>
              <a:buNone/>
            </a:pPr>
            <a:r>
              <a:rPr lang="ja" sz="2100" b="1" i="0" u="none" strike="noStrike" cap="none">
                <a:solidFill>
                  <a:srgbClr val="3F3F3F"/>
                </a:solidFill>
                <a:latin typeface="Calibri"/>
                <a:ea typeface="Calibri"/>
                <a:cs typeface="Calibri"/>
                <a:sym typeface="Calibri"/>
              </a:rPr>
              <a:t>①お客様の声にご協力いただける方</a:t>
            </a:r>
            <a:endParaRPr sz="2100" b="1" i="0" u="none" strike="noStrike" cap="none">
              <a:solidFill>
                <a:srgbClr val="3F3F3F"/>
              </a:solidFill>
              <a:latin typeface="Calibri"/>
              <a:ea typeface="Calibri"/>
              <a:cs typeface="Calibri"/>
              <a:sym typeface="Calibri"/>
            </a:endParaRPr>
          </a:p>
          <a:p>
            <a:pPr marL="0" marR="0" lvl="0" indent="0" algn="l" rtl="0">
              <a:lnSpc>
                <a:spcPct val="90000"/>
              </a:lnSpc>
              <a:spcBef>
                <a:spcPts val="800"/>
              </a:spcBef>
              <a:spcAft>
                <a:spcPts val="0"/>
              </a:spcAft>
              <a:buClr>
                <a:schemeClr val="dk1"/>
              </a:buClr>
              <a:buSzPct val="100000"/>
              <a:buFont typeface="Arial"/>
              <a:buNone/>
            </a:pPr>
            <a:endParaRPr sz="2100" b="1" i="0" u="none" strike="noStrike" cap="none">
              <a:solidFill>
                <a:srgbClr val="C00000"/>
              </a:solidFill>
              <a:latin typeface="Calibri"/>
              <a:ea typeface="Calibri"/>
              <a:cs typeface="Calibri"/>
              <a:sym typeface="Calibri"/>
            </a:endParaRPr>
          </a:p>
          <a:p>
            <a:pPr marL="0" marR="0" lvl="0" indent="0" algn="l" rtl="0">
              <a:lnSpc>
                <a:spcPct val="90000"/>
              </a:lnSpc>
              <a:spcBef>
                <a:spcPts val="800"/>
              </a:spcBef>
              <a:spcAft>
                <a:spcPts val="0"/>
              </a:spcAft>
              <a:buClr>
                <a:srgbClr val="3F3F3F"/>
              </a:buClr>
              <a:buSzPct val="100000"/>
              <a:buFont typeface="Arial"/>
              <a:buNone/>
            </a:pPr>
            <a:r>
              <a:rPr lang="ja" sz="2100" b="1" i="0" u="none" strike="noStrike" cap="none">
                <a:solidFill>
                  <a:srgbClr val="3F3F3F"/>
                </a:solidFill>
                <a:latin typeface="Calibri"/>
                <a:ea typeface="Calibri"/>
                <a:cs typeface="Calibri"/>
                <a:sym typeface="Calibri"/>
              </a:rPr>
              <a:t>②本日この場</a:t>
            </a:r>
            <a:r>
              <a:rPr lang="ja-JP" altLang="en-US" sz="2100" b="1" dirty="0">
                <a:solidFill>
                  <a:srgbClr val="3F3F3F"/>
                </a:solidFill>
                <a:latin typeface="Calibri"/>
                <a:ea typeface="Calibri"/>
                <a:cs typeface="Calibri"/>
                <a:sym typeface="Calibri"/>
              </a:rPr>
              <a:t>で又は３日以内で決断</a:t>
            </a:r>
            <a:r>
              <a:rPr lang="ja" sz="2100" b="1" i="0" u="none" strike="noStrike" cap="none">
                <a:solidFill>
                  <a:srgbClr val="3F3F3F"/>
                </a:solidFill>
                <a:latin typeface="Calibri"/>
                <a:ea typeface="Calibri"/>
                <a:cs typeface="Calibri"/>
                <a:sym typeface="Calibri"/>
              </a:rPr>
              <a:t>いいただけ</a:t>
            </a:r>
            <a:r>
              <a:rPr lang="ja-JP" altLang="en-US" sz="2100" b="1" i="0" u="none" strike="noStrike" cap="none" dirty="0">
                <a:solidFill>
                  <a:srgbClr val="3F3F3F"/>
                </a:solidFill>
                <a:latin typeface="Calibri"/>
                <a:ea typeface="Calibri"/>
                <a:cs typeface="Calibri"/>
                <a:sym typeface="Calibri"/>
              </a:rPr>
              <a:t>る方</a:t>
            </a:r>
            <a:r>
              <a:rPr lang="ja-JP" altLang="en-US" sz="2100" b="1" dirty="0">
                <a:solidFill>
                  <a:srgbClr val="3F3F3F"/>
                </a:solidFill>
                <a:latin typeface="Calibri"/>
                <a:ea typeface="Calibri"/>
                <a:cs typeface="Calibri"/>
                <a:sym typeface="Calibri"/>
              </a:rPr>
              <a:t>。</a:t>
            </a:r>
          </a:p>
          <a:p>
            <a:pPr marL="0" marR="0" lvl="0" indent="0" algn="l" rtl="0">
              <a:lnSpc>
                <a:spcPct val="90000"/>
              </a:lnSpc>
              <a:spcBef>
                <a:spcPts val="800"/>
              </a:spcBef>
              <a:spcAft>
                <a:spcPts val="0"/>
              </a:spcAft>
              <a:buClr>
                <a:srgbClr val="3F3F3F"/>
              </a:buClr>
              <a:buSzPct val="100000"/>
              <a:buFont typeface="Arial"/>
              <a:buNone/>
            </a:pPr>
            <a:r>
              <a:rPr lang="ja-JP" altLang="en-US" sz="2100" b="1" dirty="0">
                <a:solidFill>
                  <a:srgbClr val="3F3F3F"/>
                </a:solidFill>
                <a:latin typeface="Calibri"/>
                <a:ea typeface="Calibri"/>
                <a:cs typeface="Calibri"/>
                <a:sym typeface="Calibri"/>
              </a:rPr>
              <a:t>　　３日を過ぎると定価となります。</a:t>
            </a:r>
          </a:p>
          <a:p>
            <a:pPr marL="0" marR="0" lvl="0" indent="0" algn="l" rtl="0">
              <a:lnSpc>
                <a:spcPct val="90000"/>
              </a:lnSpc>
              <a:spcBef>
                <a:spcPts val="800"/>
              </a:spcBef>
              <a:spcAft>
                <a:spcPts val="0"/>
              </a:spcAft>
              <a:buClr>
                <a:srgbClr val="3F3F3F"/>
              </a:buClr>
              <a:buSzPct val="100000"/>
              <a:buFont typeface="Arial"/>
              <a:buNone/>
            </a:pPr>
            <a:endParaRPr lang="ja-JP" altLang="en-US" sz="2100" b="1" dirty="0">
              <a:solidFill>
                <a:srgbClr val="3F3F3F"/>
              </a:solidFill>
              <a:latin typeface="Calibri"/>
              <a:ea typeface="Calibri"/>
              <a:cs typeface="Calibri"/>
              <a:sym typeface="Calibri"/>
            </a:endParaRPr>
          </a:p>
          <a:p>
            <a:pPr marL="0" marR="0" lvl="0" indent="0" algn="l" rtl="0">
              <a:lnSpc>
                <a:spcPct val="90000"/>
              </a:lnSpc>
              <a:spcBef>
                <a:spcPts val="800"/>
              </a:spcBef>
              <a:spcAft>
                <a:spcPts val="0"/>
              </a:spcAft>
              <a:buClr>
                <a:srgbClr val="3F3F3F"/>
              </a:buClr>
              <a:buSzPct val="100000"/>
              <a:buFont typeface="Arial"/>
              <a:buNone/>
            </a:pPr>
            <a:r>
              <a:rPr lang="ja-JP" altLang="en-US" sz="2100" b="1" i="0" u="none" strike="noStrike" cap="none" dirty="0">
                <a:solidFill>
                  <a:srgbClr val="3F3F3F"/>
                </a:solidFill>
                <a:latin typeface="Calibri"/>
                <a:ea typeface="Calibri"/>
                <a:cs typeface="Calibri"/>
                <a:sym typeface="Calibri"/>
              </a:rPr>
              <a:t>　私を信じて頂き、自分を信じて、行動</a:t>
            </a:r>
            <a:r>
              <a:rPr lang="ja-JP" altLang="en-US" sz="2100" b="1" dirty="0">
                <a:solidFill>
                  <a:srgbClr val="3F3F3F"/>
                </a:solidFill>
                <a:latin typeface="Calibri"/>
                <a:ea typeface="Calibri"/>
                <a:cs typeface="Calibri"/>
                <a:sym typeface="Calibri"/>
              </a:rPr>
              <a:t>の早い</a:t>
            </a:r>
            <a:r>
              <a:rPr lang="ja-JP" altLang="en-US" sz="2100" b="1" i="0" u="none" strike="noStrike" cap="none" dirty="0">
                <a:solidFill>
                  <a:srgbClr val="3F3F3F"/>
                </a:solidFill>
                <a:latin typeface="Calibri"/>
                <a:ea typeface="Calibri"/>
                <a:cs typeface="Calibri"/>
                <a:sym typeface="Calibri"/>
              </a:rPr>
              <a:t>方は</a:t>
            </a:r>
          </a:p>
          <a:p>
            <a:pPr marL="0" marR="0" lvl="0" indent="0" algn="l" rtl="0">
              <a:lnSpc>
                <a:spcPct val="90000"/>
              </a:lnSpc>
              <a:spcBef>
                <a:spcPts val="800"/>
              </a:spcBef>
              <a:spcAft>
                <a:spcPts val="0"/>
              </a:spcAft>
              <a:buClr>
                <a:srgbClr val="3F3F3F"/>
              </a:buClr>
              <a:buSzPct val="100000"/>
              <a:buFont typeface="Arial"/>
              <a:buNone/>
            </a:pPr>
            <a:r>
              <a:rPr lang="ja-JP" altLang="en-US" sz="2100" b="1" i="0" u="none" strike="noStrike" cap="none" dirty="0">
                <a:solidFill>
                  <a:srgbClr val="3F3F3F"/>
                </a:solidFill>
                <a:latin typeface="Calibri"/>
                <a:ea typeface="Calibri"/>
                <a:cs typeface="Calibri"/>
                <a:sym typeface="Calibri"/>
              </a:rPr>
              <a:t>　実績を出す力がある人だからです。</a:t>
            </a:r>
          </a:p>
          <a:p>
            <a:pPr marL="0" marR="0" lvl="0" indent="0" algn="l" rtl="0">
              <a:lnSpc>
                <a:spcPct val="90000"/>
              </a:lnSpc>
              <a:spcBef>
                <a:spcPts val="800"/>
              </a:spcBef>
              <a:spcAft>
                <a:spcPts val="0"/>
              </a:spcAft>
              <a:buClr>
                <a:srgbClr val="3F3F3F"/>
              </a:buClr>
              <a:buSzPct val="100000"/>
              <a:buFont typeface="Arial"/>
              <a:buNone/>
            </a:pPr>
            <a:r>
              <a:rPr lang="ja-JP" altLang="en-US" sz="2100" b="1" i="0" u="none" strike="noStrike" cap="none" dirty="0">
                <a:solidFill>
                  <a:srgbClr val="3F3F3F"/>
                </a:solidFill>
                <a:latin typeface="Calibri"/>
                <a:ea typeface="Calibri"/>
                <a:cs typeface="Calibri"/>
                <a:sym typeface="Calibri"/>
              </a:rPr>
              <a:t>　</a:t>
            </a:r>
          </a:p>
          <a:p>
            <a:pPr marL="0" marR="0" lvl="0" indent="0" algn="l" rtl="0">
              <a:lnSpc>
                <a:spcPct val="90000"/>
              </a:lnSpc>
              <a:spcBef>
                <a:spcPts val="800"/>
              </a:spcBef>
              <a:spcAft>
                <a:spcPts val="0"/>
              </a:spcAft>
              <a:buClr>
                <a:srgbClr val="3F3F3F"/>
              </a:buClr>
              <a:buSzPct val="100000"/>
              <a:buFont typeface="Arial"/>
              <a:buNone/>
            </a:pPr>
            <a:r>
              <a:rPr lang="ja" sz="2100" b="1" i="0" u="none" strike="noStrike" cap="none">
                <a:solidFill>
                  <a:srgbClr val="3F3F3F"/>
                </a:solidFill>
                <a:latin typeface="Calibri"/>
                <a:ea typeface="Calibri"/>
                <a:cs typeface="Calibri"/>
                <a:sym typeface="Calibri"/>
              </a:rPr>
              <a:t>①②を満たす方には更に</a:t>
            </a:r>
            <a:r>
              <a:rPr lang="ja" sz="2100" b="1" i="0" u="none" strike="noStrike" cap="none">
                <a:solidFill>
                  <a:srgbClr val="FF0000"/>
                </a:solidFill>
                <a:latin typeface="Calibri"/>
                <a:ea typeface="Calibri"/>
                <a:cs typeface="Calibri"/>
                <a:sym typeface="Calibri"/>
              </a:rPr>
              <a:t>特別価格</a:t>
            </a:r>
            <a:r>
              <a:rPr lang="ja" sz="2100" b="1">
                <a:solidFill>
                  <a:srgbClr val="3F3F3F"/>
                </a:solidFill>
                <a:latin typeface="Calibri"/>
                <a:ea typeface="Calibri"/>
                <a:cs typeface="Calibri"/>
                <a:sym typeface="Calibri"/>
              </a:rPr>
              <a:t>に</a:t>
            </a:r>
            <a:r>
              <a:rPr lang="ja" sz="2100" b="1" i="0" u="none" strike="noStrike" cap="none">
                <a:solidFill>
                  <a:srgbClr val="3F3F3F"/>
                </a:solidFill>
                <a:latin typeface="Calibri"/>
                <a:ea typeface="Calibri"/>
                <a:cs typeface="Calibri"/>
                <a:sym typeface="Calibri"/>
              </a:rPr>
              <a:t>てご案内させていただきます！</a:t>
            </a:r>
            <a:r>
              <a:rPr lang="ja-JP" altLang="en-US" sz="2100" b="1" i="0" u="none" strike="noStrike" cap="none" dirty="0">
                <a:solidFill>
                  <a:srgbClr val="3F3F3F"/>
                </a:solidFill>
                <a:latin typeface="Calibri"/>
                <a:ea typeface="Calibri"/>
                <a:cs typeface="Calibri"/>
                <a:sym typeface="Calibri"/>
              </a:rPr>
              <a:t>　</a:t>
            </a:r>
            <a:endParaRPr sz="2100" b="1" i="0" u="none" strike="noStrike" cap="none">
              <a:solidFill>
                <a:srgbClr val="3F3F3F"/>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pic>
        <p:nvPicPr>
          <p:cNvPr id="456" name="Google Shape;456;p52"/>
          <p:cNvPicPr preferRelativeResize="0"/>
          <p:nvPr/>
        </p:nvPicPr>
        <p:blipFill rotWithShape="1">
          <a:blip r:embed="rId3">
            <a:alphaModFix/>
          </a:blip>
          <a:srcRect/>
          <a:stretch/>
        </p:blipFill>
        <p:spPr>
          <a:xfrm>
            <a:off x="66675" y="-72712"/>
            <a:ext cx="9077325" cy="5143500"/>
          </a:xfrm>
          <a:prstGeom prst="rect">
            <a:avLst/>
          </a:prstGeom>
          <a:noFill/>
          <a:ln>
            <a:noFill/>
          </a:ln>
        </p:spPr>
      </p:pic>
      <p:sp>
        <p:nvSpPr>
          <p:cNvPr id="457" name="Google Shape;457;p52"/>
          <p:cNvSpPr txBox="1">
            <a:spLocks noGrp="1"/>
          </p:cNvSpPr>
          <p:nvPr>
            <p:ph type="title"/>
          </p:nvPr>
        </p:nvSpPr>
        <p:spPr>
          <a:xfrm>
            <a:off x="859025" y="967625"/>
            <a:ext cx="3732300" cy="6699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1260"/>
              <a:buNone/>
            </a:pPr>
            <a:r>
              <a:rPr lang="ja-JP" altLang="en-US" sz="3220" b="1" dirty="0">
                <a:solidFill>
                  <a:srgbClr val="F4B081"/>
                </a:solidFill>
              </a:rPr>
              <a:t>早期割引</a:t>
            </a:r>
            <a:r>
              <a:rPr lang="ja" sz="3220" b="1">
                <a:solidFill>
                  <a:srgbClr val="F4B081"/>
                </a:solidFill>
                <a:latin typeface="Arial"/>
                <a:ea typeface="Arial"/>
                <a:cs typeface="Arial"/>
                <a:sym typeface="Arial"/>
              </a:rPr>
              <a:t>特別特典</a:t>
            </a:r>
            <a:r>
              <a:rPr lang="ja" sz="3220" b="1">
                <a:solidFill>
                  <a:srgbClr val="F4B081"/>
                </a:solidFill>
              </a:rPr>
              <a:t>　</a:t>
            </a:r>
            <a:endParaRPr sz="3220" b="1">
              <a:solidFill>
                <a:srgbClr val="F4B081"/>
              </a:solidFill>
            </a:endParaRPr>
          </a:p>
        </p:txBody>
      </p:sp>
      <p:sp>
        <p:nvSpPr>
          <p:cNvPr id="458" name="Google Shape;458;p52"/>
          <p:cNvSpPr txBox="1">
            <a:spLocks noGrp="1"/>
          </p:cNvSpPr>
          <p:nvPr>
            <p:ph type="body" idx="1"/>
          </p:nvPr>
        </p:nvSpPr>
        <p:spPr>
          <a:xfrm>
            <a:off x="845761" y="1806663"/>
            <a:ext cx="3745564" cy="16323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800"/>
              </a:spcBef>
              <a:spcAft>
                <a:spcPts val="0"/>
              </a:spcAft>
              <a:buSzPct val="39584"/>
              <a:buNone/>
            </a:pPr>
            <a:r>
              <a:rPr lang="ja-JP" altLang="en-US" sz="2400" b="1" dirty="0">
                <a:solidFill>
                  <a:srgbClr val="C00000"/>
                </a:solidFill>
              </a:rPr>
              <a:t>但しすぐに決断して頂ける方限定の特別価格です。</a:t>
            </a:r>
          </a:p>
          <a:p>
            <a:pPr marL="0" lvl="0" indent="0" algn="l" rtl="0">
              <a:lnSpc>
                <a:spcPct val="90000"/>
              </a:lnSpc>
              <a:spcBef>
                <a:spcPts val="800"/>
              </a:spcBef>
              <a:spcAft>
                <a:spcPts val="0"/>
              </a:spcAft>
              <a:buSzPct val="38329"/>
              <a:buNone/>
            </a:pPr>
            <a:r>
              <a:rPr lang="en-US" altLang="ja-JP" sz="2400" b="1" dirty="0">
                <a:solidFill>
                  <a:srgbClr val="C00000"/>
                </a:solidFill>
              </a:rPr>
              <a:t>3</a:t>
            </a:r>
            <a:r>
              <a:rPr lang="ja-JP" altLang="en-US" sz="2400" b="1" dirty="0">
                <a:solidFill>
                  <a:srgbClr val="C00000"/>
                </a:solidFill>
              </a:rPr>
              <a:t>日を過ぎると定価となります</a:t>
            </a:r>
          </a:p>
        </p:txBody>
      </p:sp>
      <p:pic>
        <p:nvPicPr>
          <p:cNvPr id="459" name="Google Shape;459;p52"/>
          <p:cNvPicPr preferRelativeResize="0"/>
          <p:nvPr/>
        </p:nvPicPr>
        <p:blipFill rotWithShape="1">
          <a:blip r:embed="rId4">
            <a:alphaModFix/>
          </a:blip>
          <a:srcRect/>
          <a:stretch/>
        </p:blipFill>
        <p:spPr>
          <a:xfrm>
            <a:off x="4768464" y="1508546"/>
            <a:ext cx="3206712" cy="1980972"/>
          </a:xfrm>
          <a:prstGeom prst="rect">
            <a:avLst/>
          </a:prstGeom>
          <a:noFill/>
          <a:ln>
            <a:noFill/>
          </a:ln>
        </p:spPr>
      </p:pic>
      <p:sp>
        <p:nvSpPr>
          <p:cNvPr id="460" name="Google Shape;460;p52"/>
          <p:cNvSpPr txBox="1"/>
          <p:nvPr/>
        </p:nvSpPr>
        <p:spPr>
          <a:xfrm>
            <a:off x="734350" y="3739025"/>
            <a:ext cx="4312200" cy="11622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None/>
            </a:pPr>
            <a:r>
              <a:rPr lang="ja" sz="2800" b="1">
                <a:solidFill>
                  <a:srgbClr val="3F3F3F"/>
                </a:solidFill>
              </a:rPr>
              <a:t>ご参加をご決断頂いた方への特別価格です。</a:t>
            </a:r>
            <a:endParaRPr sz="2800" b="1" i="0" u="none" strike="noStrike" cap="none">
              <a:solidFill>
                <a:srgbClr val="3F3F3F"/>
              </a:solidFill>
              <a:latin typeface="Arial"/>
              <a:ea typeface="Arial"/>
              <a:cs typeface="Arial"/>
              <a:sym typeface="Arial"/>
            </a:endParaRPr>
          </a:p>
          <a:p>
            <a:pPr marL="0" marR="0" lvl="0" indent="0" algn="l" rtl="0">
              <a:lnSpc>
                <a:spcPct val="100000"/>
              </a:lnSpc>
              <a:spcBef>
                <a:spcPts val="0"/>
              </a:spcBef>
              <a:spcAft>
                <a:spcPts val="0"/>
              </a:spcAft>
              <a:buNone/>
            </a:pPr>
            <a:endParaRPr sz="1500" b="1" i="0" u="none" strike="noStrike" cap="none">
              <a:solidFill>
                <a:srgbClr val="3F3F3F"/>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pic>
        <p:nvPicPr>
          <p:cNvPr id="465" name="Google Shape;465;p53"/>
          <p:cNvPicPr preferRelativeResize="0"/>
          <p:nvPr/>
        </p:nvPicPr>
        <p:blipFill rotWithShape="1">
          <a:blip r:embed="rId3">
            <a:alphaModFix/>
          </a:blip>
          <a:srcRect/>
          <a:stretch/>
        </p:blipFill>
        <p:spPr>
          <a:xfrm>
            <a:off x="66675" y="0"/>
            <a:ext cx="9077325" cy="5143500"/>
          </a:xfrm>
          <a:prstGeom prst="rect">
            <a:avLst/>
          </a:prstGeom>
          <a:noFill/>
          <a:ln>
            <a:noFill/>
          </a:ln>
        </p:spPr>
      </p:pic>
      <p:sp>
        <p:nvSpPr>
          <p:cNvPr id="466" name="Google Shape;466;p53"/>
          <p:cNvSpPr/>
          <p:nvPr/>
        </p:nvSpPr>
        <p:spPr>
          <a:xfrm>
            <a:off x="614361" y="2071033"/>
            <a:ext cx="7981800" cy="1133100"/>
          </a:xfrm>
          <a:prstGeom prst="roundRect">
            <a:avLst>
              <a:gd name="adj" fmla="val 16667"/>
            </a:avLst>
          </a:prstGeom>
          <a:solidFill>
            <a:srgbClr val="B3C6E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100" b="0" i="0" u="none" strike="noStrike" cap="none">
              <a:solidFill>
                <a:srgbClr val="D8E2F3"/>
              </a:solidFill>
              <a:latin typeface="Arial"/>
              <a:ea typeface="Arial"/>
              <a:cs typeface="Arial"/>
              <a:sym typeface="Arial"/>
            </a:endParaRPr>
          </a:p>
        </p:txBody>
      </p:sp>
      <p:sp>
        <p:nvSpPr>
          <p:cNvPr id="467" name="Google Shape;467;p53"/>
          <p:cNvSpPr/>
          <p:nvPr/>
        </p:nvSpPr>
        <p:spPr>
          <a:xfrm>
            <a:off x="614361" y="3338571"/>
            <a:ext cx="7981800" cy="1109700"/>
          </a:xfrm>
          <a:prstGeom prst="roundRect">
            <a:avLst>
              <a:gd name="adj" fmla="val 16667"/>
            </a:avLst>
          </a:prstGeom>
          <a:solidFill>
            <a:srgbClr val="D8E2F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100" b="0" i="0" u="none" strike="noStrike" cap="none">
              <a:solidFill>
                <a:srgbClr val="D8E2F3"/>
              </a:solidFill>
              <a:latin typeface="Arial"/>
              <a:ea typeface="Arial"/>
              <a:cs typeface="Arial"/>
              <a:sym typeface="Arial"/>
            </a:endParaRPr>
          </a:p>
        </p:txBody>
      </p:sp>
      <p:sp>
        <p:nvSpPr>
          <p:cNvPr id="468" name="Google Shape;468;p53"/>
          <p:cNvSpPr/>
          <p:nvPr/>
        </p:nvSpPr>
        <p:spPr>
          <a:xfrm>
            <a:off x="614362" y="748896"/>
            <a:ext cx="7981800" cy="1187700"/>
          </a:xfrm>
          <a:prstGeom prst="roundRect">
            <a:avLst>
              <a:gd name="adj" fmla="val 16667"/>
            </a:avLst>
          </a:prstGeom>
          <a:solidFill>
            <a:srgbClr val="8DA9D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100" b="0" i="0" u="none" strike="noStrike" cap="none">
              <a:solidFill>
                <a:schemeClr val="lt1"/>
              </a:solidFill>
              <a:latin typeface="Arial"/>
              <a:ea typeface="Arial"/>
              <a:cs typeface="Arial"/>
              <a:sym typeface="Arial"/>
            </a:endParaRPr>
          </a:p>
        </p:txBody>
      </p:sp>
      <p:sp>
        <p:nvSpPr>
          <p:cNvPr id="469" name="Google Shape;469;p53"/>
          <p:cNvSpPr txBox="1">
            <a:spLocks noGrp="1"/>
          </p:cNvSpPr>
          <p:nvPr>
            <p:ph type="ctrTitle"/>
          </p:nvPr>
        </p:nvSpPr>
        <p:spPr>
          <a:xfrm>
            <a:off x="1143000" y="289232"/>
            <a:ext cx="6858000" cy="424500"/>
          </a:xfrm>
          <a:prstGeom prst="rect">
            <a:avLst/>
          </a:prstGeom>
          <a:noFill/>
          <a:ln>
            <a:noFill/>
          </a:ln>
        </p:spPr>
        <p:txBody>
          <a:bodyPr spcFirstLastPara="1" wrap="square" lIns="68575" tIns="34275" rIns="68575" bIns="34275" anchor="ctr" anchorCtr="0">
            <a:normAutofit fontScale="90000"/>
          </a:bodyPr>
          <a:lstStyle/>
          <a:p>
            <a:pPr marL="0" lvl="0" indent="0" algn="ctr" rtl="0">
              <a:lnSpc>
                <a:spcPct val="90000"/>
              </a:lnSpc>
              <a:spcBef>
                <a:spcPts val="0"/>
              </a:spcBef>
              <a:spcAft>
                <a:spcPts val="0"/>
              </a:spcAft>
              <a:buClr>
                <a:schemeClr val="dk1"/>
              </a:buClr>
              <a:buSzPct val="185185"/>
              <a:buFont typeface="Calibri"/>
              <a:buNone/>
            </a:pPr>
            <a:r>
              <a:rPr lang="ja" sz="2700" b="1">
                <a:solidFill>
                  <a:srgbClr val="3F3F3F"/>
                </a:solidFill>
                <a:latin typeface="Arial"/>
                <a:ea typeface="Arial"/>
                <a:cs typeface="Arial"/>
                <a:sym typeface="Arial"/>
              </a:rPr>
              <a:t>価格のご紹介</a:t>
            </a:r>
            <a:endParaRPr/>
          </a:p>
        </p:txBody>
      </p:sp>
      <p:sp>
        <p:nvSpPr>
          <p:cNvPr id="470" name="Google Shape;470;p53"/>
          <p:cNvSpPr txBox="1">
            <a:spLocks noGrp="1"/>
          </p:cNvSpPr>
          <p:nvPr>
            <p:ph type="subTitle" idx="1"/>
          </p:nvPr>
        </p:nvSpPr>
        <p:spPr>
          <a:xfrm>
            <a:off x="808150" y="734150"/>
            <a:ext cx="3007500" cy="504900"/>
          </a:xfrm>
          <a:prstGeom prst="rect">
            <a:avLst/>
          </a:prstGeom>
          <a:noFill/>
          <a:ln>
            <a:noFill/>
          </a:ln>
        </p:spPr>
        <p:txBody>
          <a:bodyPr spcFirstLastPara="1" wrap="square" lIns="68575" tIns="34275" rIns="68575" bIns="34275" anchor="t" anchorCtr="0">
            <a:noAutofit/>
          </a:bodyPr>
          <a:lstStyle/>
          <a:p>
            <a:pPr marL="342900" lvl="0" indent="-304800" algn="l" rtl="0">
              <a:lnSpc>
                <a:spcPct val="90000"/>
              </a:lnSpc>
              <a:spcBef>
                <a:spcPts val="800"/>
              </a:spcBef>
              <a:spcAft>
                <a:spcPts val="0"/>
              </a:spcAft>
              <a:buSzPts val="1800"/>
              <a:buNone/>
            </a:pPr>
            <a:r>
              <a:rPr lang="ja" sz="2100" b="1">
                <a:solidFill>
                  <a:srgbClr val="FF0000"/>
                </a:solidFill>
              </a:rPr>
              <a:t>天給自足2年講師コース</a:t>
            </a:r>
            <a:r>
              <a:rPr lang="ja">
                <a:solidFill>
                  <a:srgbClr val="3F3F3F"/>
                </a:solidFill>
              </a:rPr>
              <a:t>　　     　　　　　</a:t>
            </a:r>
            <a:r>
              <a:rPr lang="ja"/>
              <a:t>　　　　　　　　　　</a:t>
            </a:r>
            <a:br>
              <a:rPr lang="ja"/>
            </a:br>
            <a:endParaRPr sz="1500"/>
          </a:p>
        </p:txBody>
      </p:sp>
      <p:sp>
        <p:nvSpPr>
          <p:cNvPr id="471" name="Google Shape;471;p53"/>
          <p:cNvSpPr txBox="1"/>
          <p:nvPr/>
        </p:nvSpPr>
        <p:spPr>
          <a:xfrm>
            <a:off x="1020275" y="4490852"/>
            <a:ext cx="7364100" cy="291000"/>
          </a:xfrm>
          <a:prstGeom prst="rect">
            <a:avLst/>
          </a:prstGeom>
          <a:noFill/>
          <a:ln>
            <a:noFill/>
          </a:ln>
        </p:spPr>
        <p:txBody>
          <a:bodyPr spcFirstLastPara="1" wrap="square" lIns="68575" tIns="34275" rIns="68575" bIns="34275" anchor="t" anchorCtr="0">
            <a:noAutofit/>
          </a:bodyPr>
          <a:lstStyle/>
          <a:p>
            <a:pPr>
              <a:lnSpc>
                <a:spcPct val="70000"/>
              </a:lnSpc>
              <a:spcBef>
                <a:spcPts val="800"/>
              </a:spcBef>
              <a:buSzPts val="1100"/>
            </a:pPr>
            <a:r>
              <a:rPr lang="ja" sz="1100" b="0" i="0" u="none" strike="noStrike" cap="none" dirty="0">
                <a:solidFill>
                  <a:schemeClr val="dk1"/>
                </a:solidFill>
                <a:latin typeface="Arial"/>
                <a:ea typeface="Arial"/>
                <a:cs typeface="Arial"/>
                <a:sym typeface="Arial"/>
              </a:rPr>
              <a:t>（</a:t>
            </a:r>
            <a:r>
              <a:rPr lang="en-US" altLang="ja-JP" sz="1100" dirty="0">
                <a:solidFill>
                  <a:schemeClr val="dk1"/>
                </a:solidFill>
              </a:rPr>
              <a:t>※</a:t>
            </a:r>
            <a:r>
              <a:rPr lang="ja-JP" altLang="en-US" sz="1100" dirty="0">
                <a:solidFill>
                  <a:schemeClr val="dk1"/>
                </a:solidFill>
              </a:rPr>
              <a:t>お支払い方法は銀行一括振り込み・クレジット払いになります。</a:t>
            </a:r>
          </a:p>
          <a:p>
            <a:pPr marL="0" marR="0" lvl="0" indent="0" algn="l" rtl="0">
              <a:lnSpc>
                <a:spcPct val="70000"/>
              </a:lnSpc>
              <a:spcBef>
                <a:spcPts val="800"/>
              </a:spcBef>
              <a:spcAft>
                <a:spcPts val="0"/>
              </a:spcAft>
              <a:buClr>
                <a:srgbClr val="000000"/>
              </a:buClr>
              <a:buSzPts val="1100"/>
              <a:buFont typeface="Arial"/>
              <a:buNone/>
            </a:pPr>
            <a:r>
              <a:rPr lang="ja" sz="1100" b="0" i="0" u="none" strike="noStrike" cap="none">
                <a:solidFill>
                  <a:schemeClr val="dk1"/>
                </a:solidFill>
                <a:latin typeface="Arial"/>
                <a:ea typeface="Arial"/>
                <a:cs typeface="Arial"/>
                <a:sym typeface="Arial"/>
              </a:rPr>
              <a:t>分割・クレジット一括の場合、5%のお手数料をいただきます。）</a:t>
            </a:r>
            <a:endParaRPr sz="1100" b="0" i="0" u="none" strike="noStrike" cap="none">
              <a:solidFill>
                <a:schemeClr val="dk1"/>
              </a:solidFill>
              <a:latin typeface="Arial"/>
              <a:ea typeface="Arial"/>
              <a:cs typeface="Arial"/>
              <a:sym typeface="Arial"/>
            </a:endParaRPr>
          </a:p>
        </p:txBody>
      </p:sp>
      <p:sp>
        <p:nvSpPr>
          <p:cNvPr id="472" name="Google Shape;472;p53"/>
          <p:cNvSpPr txBox="1"/>
          <p:nvPr/>
        </p:nvSpPr>
        <p:spPr>
          <a:xfrm>
            <a:off x="6387875" y="903550"/>
            <a:ext cx="2208300" cy="9834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Clr>
                <a:srgbClr val="000000"/>
              </a:buClr>
              <a:buSzPts val="2100"/>
              <a:buFont typeface="Arial"/>
              <a:buNone/>
            </a:pPr>
            <a:r>
              <a:rPr lang="ja" sz="2100" b="1" i="0" u="none" strike="noStrike" cap="none" dirty="0">
                <a:solidFill>
                  <a:srgbClr val="C00000"/>
                </a:solidFill>
                <a:latin typeface="Arial"/>
                <a:ea typeface="Arial"/>
                <a:cs typeface="Arial"/>
                <a:sym typeface="Arial"/>
              </a:rPr>
              <a:t>1</a:t>
            </a:r>
            <a:r>
              <a:rPr lang="en-US" altLang="ja-JP" sz="2100" b="1" dirty="0">
                <a:solidFill>
                  <a:srgbClr val="C00000"/>
                </a:solidFill>
              </a:rPr>
              <a:t>2</a:t>
            </a:r>
            <a:r>
              <a:rPr lang="ja" sz="2100" b="1" i="0" u="none" strike="noStrike" cap="none" dirty="0">
                <a:solidFill>
                  <a:srgbClr val="C00000"/>
                </a:solidFill>
                <a:latin typeface="Arial"/>
                <a:ea typeface="Arial"/>
                <a:cs typeface="Arial"/>
                <a:sym typeface="Arial"/>
              </a:rPr>
              <a:t>0万円</a:t>
            </a:r>
            <a:r>
              <a:rPr lang="ja" sz="2100" b="1">
                <a:solidFill>
                  <a:srgbClr val="C00000"/>
                </a:solidFill>
              </a:rPr>
              <a:t>（税込）</a:t>
            </a:r>
            <a:endParaRPr sz="2100" b="1" i="0" u="none" strike="noStrike" cap="none">
              <a:solidFill>
                <a:srgbClr val="C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100"/>
              <a:buFont typeface="Arial"/>
              <a:buNone/>
            </a:pPr>
            <a:r>
              <a:rPr lang="en-US" altLang="ja-JP" sz="2100" b="1" dirty="0">
                <a:solidFill>
                  <a:srgbClr val="C00000"/>
                </a:solidFill>
              </a:rPr>
              <a:t>108</a:t>
            </a:r>
            <a:r>
              <a:rPr lang="ja" sz="2100" b="1" dirty="0">
                <a:solidFill>
                  <a:srgbClr val="C00000"/>
                </a:solidFill>
              </a:rPr>
              <a:t>万円</a:t>
            </a:r>
            <a:r>
              <a:rPr lang="ja" sz="2100" b="1" i="0" u="none" strike="noStrike" cap="none">
                <a:solidFill>
                  <a:srgbClr val="C00000"/>
                </a:solidFill>
                <a:latin typeface="Arial"/>
                <a:ea typeface="Arial"/>
                <a:cs typeface="Arial"/>
                <a:sym typeface="Arial"/>
              </a:rPr>
              <a:t>（税込）</a:t>
            </a:r>
            <a:endParaRPr sz="2100" b="1" i="0" u="none" strike="noStrike" cap="none">
              <a:solidFill>
                <a:srgbClr val="C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100"/>
              <a:buFont typeface="Arial"/>
              <a:buNone/>
            </a:pPr>
            <a:r>
              <a:rPr lang="ja-JP" altLang="en-US" sz="2100" b="1" dirty="0">
                <a:solidFill>
                  <a:srgbClr val="C00000"/>
                </a:solidFill>
              </a:rPr>
              <a:t>早期割引</a:t>
            </a:r>
            <a:r>
              <a:rPr lang="ja" sz="2100" b="1">
                <a:solidFill>
                  <a:srgbClr val="C00000"/>
                </a:solidFill>
              </a:rPr>
              <a:t>価格</a:t>
            </a:r>
            <a:r>
              <a:rPr lang="ja" sz="1800" b="0" i="0" u="none" strike="noStrike" cap="none">
                <a:solidFill>
                  <a:schemeClr val="dk1"/>
                </a:solidFill>
                <a:latin typeface="Arial"/>
                <a:ea typeface="Arial"/>
                <a:cs typeface="Arial"/>
                <a:sym typeface="Arial"/>
              </a:rPr>
              <a:t>　　　　　　　　　　</a:t>
            </a:r>
            <a:br>
              <a:rPr lang="ja" sz="1800" b="0" i="0" u="none" strike="noStrike" cap="none">
                <a:solidFill>
                  <a:schemeClr val="dk1"/>
                </a:solidFill>
                <a:latin typeface="Arial"/>
                <a:ea typeface="Arial"/>
                <a:cs typeface="Arial"/>
                <a:sym typeface="Arial"/>
              </a:rPr>
            </a:br>
            <a:endParaRPr sz="1500" b="0" i="0" u="none" strike="noStrike" cap="none">
              <a:solidFill>
                <a:schemeClr val="dk1"/>
              </a:solidFill>
              <a:latin typeface="Arial"/>
              <a:ea typeface="Arial"/>
              <a:cs typeface="Arial"/>
              <a:sym typeface="Arial"/>
            </a:endParaRPr>
          </a:p>
        </p:txBody>
      </p:sp>
      <p:sp>
        <p:nvSpPr>
          <p:cNvPr id="473" name="Google Shape;473;p53"/>
          <p:cNvSpPr txBox="1"/>
          <p:nvPr/>
        </p:nvSpPr>
        <p:spPr>
          <a:xfrm>
            <a:off x="988298" y="2145900"/>
            <a:ext cx="2764200" cy="5049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Clr>
                <a:srgbClr val="000000"/>
              </a:buClr>
              <a:buSzPts val="2100"/>
              <a:buFont typeface="Arial"/>
              <a:buNone/>
            </a:pPr>
            <a:r>
              <a:rPr lang="ja" sz="2100" b="1">
                <a:solidFill>
                  <a:srgbClr val="980000"/>
                </a:solidFill>
              </a:rPr>
              <a:t>天給自足1年</a:t>
            </a:r>
            <a:r>
              <a:rPr lang="ja" sz="2100" b="1" i="0" u="none" strike="noStrike" cap="none">
                <a:solidFill>
                  <a:srgbClr val="980000"/>
                </a:solidFill>
                <a:latin typeface="Arial"/>
                <a:ea typeface="Arial"/>
                <a:cs typeface="Arial"/>
                <a:sym typeface="Arial"/>
              </a:rPr>
              <a:t>コース</a:t>
            </a:r>
            <a:r>
              <a:rPr lang="ja" sz="1800" b="0" i="0" u="none" strike="noStrike" cap="none">
                <a:solidFill>
                  <a:srgbClr val="3F3F3F"/>
                </a:solidFill>
                <a:latin typeface="Arial"/>
                <a:ea typeface="Arial"/>
                <a:cs typeface="Arial"/>
                <a:sym typeface="Arial"/>
              </a:rPr>
              <a:t>　　     　　　　　</a:t>
            </a:r>
            <a:r>
              <a:rPr lang="ja" sz="1800" b="0" i="0" u="none" strike="noStrike" cap="none">
                <a:solidFill>
                  <a:schemeClr val="dk1"/>
                </a:solidFill>
                <a:latin typeface="Arial"/>
                <a:ea typeface="Arial"/>
                <a:cs typeface="Arial"/>
                <a:sym typeface="Arial"/>
              </a:rPr>
              <a:t>　　　　　　　　　　</a:t>
            </a:r>
            <a:br>
              <a:rPr lang="ja" sz="1800" b="0" i="0" u="none" strike="noStrike" cap="none">
                <a:solidFill>
                  <a:schemeClr val="dk1"/>
                </a:solidFill>
                <a:latin typeface="Arial"/>
                <a:ea typeface="Arial"/>
                <a:cs typeface="Arial"/>
                <a:sym typeface="Arial"/>
              </a:rPr>
            </a:br>
            <a:endParaRPr sz="1500" b="0" i="0" u="none" strike="noStrike" cap="none">
              <a:solidFill>
                <a:schemeClr val="dk1"/>
              </a:solidFill>
              <a:latin typeface="Arial"/>
              <a:ea typeface="Arial"/>
              <a:cs typeface="Arial"/>
              <a:sym typeface="Arial"/>
            </a:endParaRPr>
          </a:p>
        </p:txBody>
      </p:sp>
      <p:sp>
        <p:nvSpPr>
          <p:cNvPr id="474" name="Google Shape;474;p53"/>
          <p:cNvSpPr txBox="1"/>
          <p:nvPr/>
        </p:nvSpPr>
        <p:spPr>
          <a:xfrm>
            <a:off x="988298" y="3361898"/>
            <a:ext cx="2764200" cy="3723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Clr>
                <a:srgbClr val="000000"/>
              </a:buClr>
              <a:buSzPts val="2100"/>
              <a:buFont typeface="Arial"/>
              <a:buNone/>
            </a:pPr>
            <a:r>
              <a:rPr lang="ja" sz="2100" b="1">
                <a:solidFill>
                  <a:srgbClr val="7F6000"/>
                </a:solidFill>
              </a:rPr>
              <a:t>天給自足半年</a:t>
            </a:r>
            <a:r>
              <a:rPr lang="ja" sz="2100" b="1" i="0" u="none" strike="noStrike" cap="none">
                <a:solidFill>
                  <a:srgbClr val="7F6000"/>
                </a:solidFill>
                <a:latin typeface="Arial"/>
                <a:ea typeface="Arial"/>
                <a:cs typeface="Arial"/>
                <a:sym typeface="Arial"/>
              </a:rPr>
              <a:t>コース</a:t>
            </a:r>
            <a:r>
              <a:rPr lang="ja" sz="1800" b="0" i="0" u="none" strike="noStrike" cap="none">
                <a:solidFill>
                  <a:srgbClr val="3F3F3F"/>
                </a:solidFill>
                <a:latin typeface="Arial"/>
                <a:ea typeface="Arial"/>
                <a:cs typeface="Arial"/>
                <a:sym typeface="Arial"/>
              </a:rPr>
              <a:t>　     　　　　　</a:t>
            </a:r>
            <a:r>
              <a:rPr lang="ja" sz="1800" b="0" i="0" u="none" strike="noStrike" cap="none">
                <a:solidFill>
                  <a:schemeClr val="dk1"/>
                </a:solidFill>
                <a:latin typeface="Arial"/>
                <a:ea typeface="Arial"/>
                <a:cs typeface="Arial"/>
                <a:sym typeface="Arial"/>
              </a:rPr>
              <a:t>　　　　　　　　　　</a:t>
            </a:r>
            <a:br>
              <a:rPr lang="ja" sz="1800" b="0" i="0" u="none" strike="noStrike" cap="none">
                <a:solidFill>
                  <a:schemeClr val="dk1"/>
                </a:solidFill>
                <a:latin typeface="Arial"/>
                <a:ea typeface="Arial"/>
                <a:cs typeface="Arial"/>
                <a:sym typeface="Arial"/>
              </a:rPr>
            </a:br>
            <a:endParaRPr sz="1500" b="0" i="0" u="none" strike="noStrike" cap="none">
              <a:solidFill>
                <a:schemeClr val="dk1"/>
              </a:solidFill>
              <a:latin typeface="Arial"/>
              <a:ea typeface="Arial"/>
              <a:cs typeface="Arial"/>
              <a:sym typeface="Arial"/>
            </a:endParaRPr>
          </a:p>
        </p:txBody>
      </p:sp>
      <p:sp>
        <p:nvSpPr>
          <p:cNvPr id="475" name="Google Shape;475;p53"/>
          <p:cNvSpPr txBox="1"/>
          <p:nvPr/>
        </p:nvSpPr>
        <p:spPr>
          <a:xfrm>
            <a:off x="6384400" y="2145900"/>
            <a:ext cx="2260800" cy="9834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Clr>
                <a:srgbClr val="000000"/>
              </a:buClr>
              <a:buSzPts val="2100"/>
              <a:buFont typeface="Arial"/>
              <a:buNone/>
            </a:pPr>
            <a:r>
              <a:rPr lang="en-US" altLang="ja-JP" sz="2100" b="1" dirty="0">
                <a:solidFill>
                  <a:srgbClr val="C00000"/>
                </a:solidFill>
              </a:rPr>
              <a:t>60</a:t>
            </a:r>
            <a:r>
              <a:rPr lang="ja" sz="2100" b="1" i="0" u="none" strike="noStrike" cap="none" dirty="0">
                <a:solidFill>
                  <a:srgbClr val="C00000"/>
                </a:solidFill>
                <a:latin typeface="Arial"/>
                <a:ea typeface="Arial"/>
                <a:cs typeface="Arial"/>
                <a:sym typeface="Arial"/>
              </a:rPr>
              <a:t>万円（税込</a:t>
            </a:r>
            <a:r>
              <a:rPr lang="ja" sz="2100" b="1" dirty="0">
                <a:solidFill>
                  <a:srgbClr val="C00000"/>
                </a:solidFill>
              </a:rPr>
              <a:t>）</a:t>
            </a:r>
            <a:endParaRPr sz="2100" b="1" i="0" u="none" strike="noStrike" cap="none" dirty="0">
              <a:solidFill>
                <a:srgbClr val="C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100"/>
              <a:buFont typeface="Arial"/>
              <a:buNone/>
            </a:pPr>
            <a:br>
              <a:rPr lang="ja" sz="1800" b="0" i="0" u="none" strike="noStrike" cap="none" dirty="0">
                <a:solidFill>
                  <a:schemeClr val="dk1"/>
                </a:solidFill>
                <a:latin typeface="Arial"/>
                <a:ea typeface="Arial"/>
                <a:cs typeface="Arial"/>
                <a:sym typeface="Arial"/>
              </a:rPr>
            </a:br>
            <a:endParaRPr sz="1500" b="0" i="0" u="none" strike="noStrike" cap="none" dirty="0">
              <a:solidFill>
                <a:schemeClr val="dk1"/>
              </a:solidFill>
              <a:latin typeface="Arial"/>
              <a:ea typeface="Arial"/>
              <a:cs typeface="Arial"/>
              <a:sym typeface="Arial"/>
            </a:endParaRPr>
          </a:p>
        </p:txBody>
      </p:sp>
      <p:sp>
        <p:nvSpPr>
          <p:cNvPr id="476" name="Google Shape;476;p53"/>
          <p:cNvSpPr txBox="1"/>
          <p:nvPr/>
        </p:nvSpPr>
        <p:spPr>
          <a:xfrm>
            <a:off x="6370900" y="3389313"/>
            <a:ext cx="2339700" cy="8838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Clr>
                <a:srgbClr val="000000"/>
              </a:buClr>
              <a:buSzPts val="2100"/>
              <a:buFont typeface="Arial"/>
              <a:buNone/>
            </a:pPr>
            <a:r>
              <a:rPr lang="en-US" altLang="ja-JP" sz="2100" b="1" dirty="0">
                <a:solidFill>
                  <a:srgbClr val="C00000"/>
                </a:solidFill>
              </a:rPr>
              <a:t>40</a:t>
            </a:r>
            <a:r>
              <a:rPr lang="ja" sz="2100" b="1" i="0" u="none" strike="noStrike" cap="none" dirty="0">
                <a:solidFill>
                  <a:srgbClr val="C00000"/>
                </a:solidFill>
                <a:latin typeface="Arial"/>
                <a:ea typeface="Arial"/>
                <a:cs typeface="Arial"/>
                <a:sym typeface="Arial"/>
              </a:rPr>
              <a:t>万円（税込</a:t>
            </a:r>
            <a:r>
              <a:rPr lang="ja" sz="2100" b="1" dirty="0">
                <a:solidFill>
                  <a:srgbClr val="C00000"/>
                </a:solidFill>
              </a:rPr>
              <a:t>）</a:t>
            </a:r>
            <a:endParaRPr sz="2100" b="1" i="0" u="none" strike="noStrike" cap="none" dirty="0">
              <a:solidFill>
                <a:srgbClr val="C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100"/>
              <a:buFont typeface="Arial"/>
              <a:buNone/>
            </a:pPr>
            <a:br>
              <a:rPr lang="ja" sz="1800" b="0" i="0" u="none" strike="noStrike" cap="none" dirty="0">
                <a:solidFill>
                  <a:schemeClr val="dk1"/>
                </a:solidFill>
                <a:latin typeface="Arial"/>
                <a:ea typeface="Arial"/>
                <a:cs typeface="Arial"/>
                <a:sym typeface="Arial"/>
              </a:rPr>
            </a:br>
            <a:endParaRPr sz="1500" b="0" i="0" u="none" strike="noStrike" cap="none" dirty="0">
              <a:solidFill>
                <a:schemeClr val="dk1"/>
              </a:solidFill>
              <a:latin typeface="Arial"/>
              <a:ea typeface="Arial"/>
              <a:cs typeface="Arial"/>
              <a:sym typeface="Arial"/>
            </a:endParaRPr>
          </a:p>
        </p:txBody>
      </p:sp>
      <p:sp>
        <p:nvSpPr>
          <p:cNvPr id="477" name="Google Shape;477;p53"/>
          <p:cNvSpPr txBox="1"/>
          <p:nvPr/>
        </p:nvSpPr>
        <p:spPr>
          <a:xfrm>
            <a:off x="3735521" y="853600"/>
            <a:ext cx="2513429" cy="1083300"/>
          </a:xfrm>
          <a:prstGeom prst="rect">
            <a:avLst/>
          </a:prstGeom>
          <a:noFill/>
          <a:ln>
            <a:noFill/>
          </a:ln>
        </p:spPr>
        <p:txBody>
          <a:bodyPr spcFirstLastPara="1" wrap="square" lIns="68575" tIns="34275" rIns="68575" bIns="34275" anchor="t" anchorCtr="0">
            <a:noAutofit/>
          </a:bodyPr>
          <a:lstStyle/>
          <a:p>
            <a:pPr marL="0" marR="0" lvl="0" indent="0" algn="l" rtl="0">
              <a:lnSpc>
                <a:spcPct val="70000"/>
              </a:lnSpc>
              <a:spcBef>
                <a:spcPts val="0"/>
              </a:spcBef>
              <a:spcAft>
                <a:spcPts val="0"/>
              </a:spcAft>
              <a:buClr>
                <a:srgbClr val="000000"/>
              </a:buClr>
              <a:buSzPts val="1100"/>
              <a:buFont typeface="Arial"/>
              <a:buNone/>
            </a:pPr>
            <a:r>
              <a:rPr lang="ja" sz="1100" b="1" i="0" u="none" strike="noStrike" cap="none">
                <a:solidFill>
                  <a:srgbClr val="C00000"/>
                </a:solidFill>
                <a:latin typeface="Arial"/>
                <a:ea typeface="Arial"/>
                <a:cs typeface="Arial"/>
                <a:sym typeface="Arial"/>
              </a:rPr>
              <a:t>【特別限定特典】</a:t>
            </a:r>
            <a:endParaRPr sz="1100"/>
          </a:p>
          <a:p>
            <a:pPr marL="0" marR="0" lvl="0" indent="0" algn="l" rtl="0">
              <a:lnSpc>
                <a:spcPct val="70000"/>
              </a:lnSpc>
              <a:spcBef>
                <a:spcPts val="800"/>
              </a:spcBef>
              <a:spcAft>
                <a:spcPts val="0"/>
              </a:spcAft>
              <a:buClr>
                <a:srgbClr val="000000"/>
              </a:buClr>
              <a:buSzPts val="1100"/>
              <a:buFont typeface="Arial"/>
              <a:buNone/>
            </a:pPr>
            <a:r>
              <a:rPr lang="ja" sz="1100" b="1" i="0" u="none" strike="noStrike" cap="none">
                <a:solidFill>
                  <a:srgbClr val="C00000"/>
                </a:solidFill>
                <a:latin typeface="Arial"/>
                <a:ea typeface="Arial"/>
                <a:cs typeface="Arial"/>
                <a:sym typeface="Arial"/>
              </a:rPr>
              <a:t>①</a:t>
            </a:r>
            <a:r>
              <a:rPr lang="ja" sz="1100" b="1">
                <a:solidFill>
                  <a:srgbClr val="C00000"/>
                </a:solidFill>
              </a:rPr>
              <a:t>ライン</a:t>
            </a:r>
            <a:r>
              <a:rPr lang="ja" sz="1100" b="1" i="0" u="none" strike="noStrike" cap="none">
                <a:solidFill>
                  <a:srgbClr val="C00000"/>
                </a:solidFill>
                <a:latin typeface="Arial"/>
                <a:ea typeface="Arial"/>
                <a:cs typeface="Arial"/>
                <a:sym typeface="Arial"/>
              </a:rPr>
              <a:t>サポート無制限</a:t>
            </a:r>
            <a:endParaRPr sz="1100"/>
          </a:p>
          <a:p>
            <a:pPr marL="0" marR="0" lvl="0" indent="0" algn="l" rtl="0">
              <a:lnSpc>
                <a:spcPct val="70000"/>
              </a:lnSpc>
              <a:spcBef>
                <a:spcPts val="800"/>
              </a:spcBef>
              <a:spcAft>
                <a:spcPts val="0"/>
              </a:spcAft>
              <a:buClr>
                <a:srgbClr val="000000"/>
              </a:buClr>
              <a:buSzPts val="1100"/>
              <a:buFont typeface="Arial"/>
              <a:buNone/>
            </a:pPr>
            <a:r>
              <a:rPr lang="ja" sz="1100" b="1" i="0" u="none" strike="noStrike" cap="none">
                <a:solidFill>
                  <a:srgbClr val="C00000"/>
                </a:solidFill>
                <a:latin typeface="Arial"/>
                <a:ea typeface="Arial"/>
                <a:cs typeface="Arial"/>
                <a:sym typeface="Arial"/>
              </a:rPr>
              <a:t>②</a:t>
            </a:r>
            <a:r>
              <a:rPr lang="ja" sz="1100" b="1">
                <a:solidFill>
                  <a:srgbClr val="C00000"/>
                </a:solidFill>
              </a:rPr>
              <a:t>リアルでいつでも見学ok</a:t>
            </a:r>
            <a:endParaRPr sz="1100" b="1" i="0" u="none" strike="noStrike" cap="none">
              <a:solidFill>
                <a:srgbClr val="C00000"/>
              </a:solidFill>
              <a:latin typeface="Arial"/>
              <a:ea typeface="Arial"/>
              <a:cs typeface="Arial"/>
              <a:sym typeface="Arial"/>
            </a:endParaRPr>
          </a:p>
          <a:p>
            <a:pPr marL="0" marR="0" lvl="0" indent="0" algn="l" rtl="0">
              <a:lnSpc>
                <a:spcPct val="70000"/>
              </a:lnSpc>
              <a:spcBef>
                <a:spcPts val="800"/>
              </a:spcBef>
              <a:spcAft>
                <a:spcPts val="0"/>
              </a:spcAft>
              <a:buClr>
                <a:srgbClr val="000000"/>
              </a:buClr>
              <a:buSzPts val="1100"/>
              <a:buFont typeface="Arial"/>
              <a:buNone/>
            </a:pPr>
            <a:r>
              <a:rPr lang="ja" sz="1100" b="1" i="0" u="none" strike="noStrike" cap="none">
                <a:solidFill>
                  <a:srgbClr val="C00000"/>
                </a:solidFill>
                <a:latin typeface="Arial"/>
                <a:ea typeface="Arial"/>
                <a:cs typeface="Arial"/>
                <a:sym typeface="Arial"/>
              </a:rPr>
              <a:t>③</a:t>
            </a:r>
            <a:r>
              <a:rPr lang="ja" sz="1100" b="1">
                <a:solidFill>
                  <a:srgbClr val="C00000"/>
                </a:solidFill>
              </a:rPr>
              <a:t>フランス菓子基礎動画プレゼント</a:t>
            </a:r>
            <a:endParaRPr sz="1100"/>
          </a:p>
          <a:p>
            <a:pPr marL="0" marR="0" lvl="0" indent="0" algn="l" rtl="0">
              <a:lnSpc>
                <a:spcPct val="70000"/>
              </a:lnSpc>
              <a:spcBef>
                <a:spcPts val="800"/>
              </a:spcBef>
              <a:spcAft>
                <a:spcPts val="0"/>
              </a:spcAft>
              <a:buClr>
                <a:srgbClr val="000000"/>
              </a:buClr>
              <a:buSzPts val="1100"/>
              <a:buFont typeface="Arial"/>
              <a:buNone/>
            </a:pPr>
            <a:r>
              <a:rPr lang="ja" sz="1100" b="1">
                <a:solidFill>
                  <a:srgbClr val="C00000"/>
                </a:solidFill>
              </a:rPr>
              <a:t>④</a:t>
            </a:r>
            <a:r>
              <a:rPr lang="ja" sz="1100" b="1" i="0" u="none" strike="noStrike" cap="none">
                <a:solidFill>
                  <a:srgbClr val="C00000"/>
                </a:solidFill>
                <a:latin typeface="Arial"/>
                <a:ea typeface="Arial"/>
                <a:cs typeface="Arial"/>
                <a:sym typeface="Arial"/>
              </a:rPr>
              <a:t>限定FBグループ</a:t>
            </a:r>
            <a:endParaRPr sz="1100" b="1" i="0" u="none" strike="noStrike" cap="none">
              <a:solidFill>
                <a:srgbClr val="C00000"/>
              </a:solidFill>
              <a:latin typeface="Arial"/>
              <a:ea typeface="Arial"/>
              <a:cs typeface="Arial"/>
              <a:sym typeface="Arial"/>
            </a:endParaRPr>
          </a:p>
          <a:p>
            <a:pPr marL="0" marR="0" lvl="0" indent="0" algn="l" rtl="0">
              <a:lnSpc>
                <a:spcPct val="70000"/>
              </a:lnSpc>
              <a:spcBef>
                <a:spcPts val="800"/>
              </a:spcBef>
              <a:spcAft>
                <a:spcPts val="0"/>
              </a:spcAft>
              <a:buClr>
                <a:srgbClr val="000000"/>
              </a:buClr>
              <a:buSzPts val="1100"/>
              <a:buFont typeface="Arial"/>
              <a:buNone/>
            </a:pPr>
            <a:endParaRPr sz="1100" b="1" i="0" u="none" strike="noStrike" cap="none">
              <a:solidFill>
                <a:srgbClr val="C00000"/>
              </a:solidFill>
              <a:latin typeface="Arial"/>
              <a:ea typeface="Arial"/>
              <a:cs typeface="Arial"/>
              <a:sym typeface="Arial"/>
            </a:endParaRPr>
          </a:p>
          <a:p>
            <a:pPr marL="0" marR="0" lvl="0" indent="0" algn="l" rtl="0">
              <a:lnSpc>
                <a:spcPct val="70000"/>
              </a:lnSpc>
              <a:spcBef>
                <a:spcPts val="800"/>
              </a:spcBef>
              <a:spcAft>
                <a:spcPts val="0"/>
              </a:spcAft>
              <a:buClr>
                <a:srgbClr val="000000"/>
              </a:buClr>
              <a:buSzPts val="1100"/>
              <a:buFont typeface="Arial"/>
              <a:buNone/>
            </a:pPr>
            <a:endParaRPr sz="1100" b="1" i="0" u="none" strike="noStrike" cap="none">
              <a:solidFill>
                <a:srgbClr val="C00000"/>
              </a:solidFill>
              <a:latin typeface="Arial"/>
              <a:ea typeface="Arial"/>
              <a:cs typeface="Arial"/>
              <a:sym typeface="Arial"/>
            </a:endParaRPr>
          </a:p>
          <a:p>
            <a:pPr marL="0" marR="0" lvl="0" indent="0" algn="l" rtl="0">
              <a:lnSpc>
                <a:spcPct val="70000"/>
              </a:lnSpc>
              <a:spcBef>
                <a:spcPts val="800"/>
              </a:spcBef>
              <a:spcAft>
                <a:spcPts val="0"/>
              </a:spcAft>
              <a:buClr>
                <a:srgbClr val="000000"/>
              </a:buClr>
              <a:buSzPts val="1100"/>
              <a:buFont typeface="Arial"/>
              <a:buNone/>
            </a:pPr>
            <a:endParaRPr sz="1100" b="1" i="0" u="none" strike="noStrike" cap="none">
              <a:solidFill>
                <a:srgbClr val="C00000"/>
              </a:solidFill>
              <a:latin typeface="Arial"/>
              <a:ea typeface="Arial"/>
              <a:cs typeface="Arial"/>
              <a:sym typeface="Arial"/>
            </a:endParaRPr>
          </a:p>
        </p:txBody>
      </p:sp>
      <p:sp>
        <p:nvSpPr>
          <p:cNvPr id="478" name="Google Shape;478;p53"/>
          <p:cNvSpPr txBox="1"/>
          <p:nvPr/>
        </p:nvSpPr>
        <p:spPr>
          <a:xfrm>
            <a:off x="3752498" y="2114177"/>
            <a:ext cx="2618402" cy="1070965"/>
          </a:xfrm>
          <a:prstGeom prst="rect">
            <a:avLst/>
          </a:prstGeom>
          <a:noFill/>
          <a:ln>
            <a:noFill/>
          </a:ln>
        </p:spPr>
        <p:txBody>
          <a:bodyPr spcFirstLastPara="1" wrap="square" lIns="68575" tIns="34275" rIns="68575" bIns="34275" anchor="t" anchorCtr="0">
            <a:noAutofit/>
          </a:bodyPr>
          <a:lstStyle/>
          <a:p>
            <a:pPr marL="0" marR="0" lvl="0" indent="0" algn="l" rtl="0">
              <a:lnSpc>
                <a:spcPct val="55714"/>
              </a:lnSpc>
              <a:spcBef>
                <a:spcPts val="0"/>
              </a:spcBef>
              <a:spcAft>
                <a:spcPts val="0"/>
              </a:spcAft>
              <a:buClr>
                <a:srgbClr val="000000"/>
              </a:buClr>
              <a:buSzPts val="1100"/>
              <a:buFont typeface="Arial"/>
              <a:buNone/>
            </a:pPr>
            <a:r>
              <a:rPr lang="ja" sz="1100" b="1" i="0" u="none" strike="noStrike" cap="none">
                <a:solidFill>
                  <a:srgbClr val="C00000"/>
                </a:solidFill>
                <a:latin typeface="Arial"/>
                <a:ea typeface="Arial"/>
                <a:cs typeface="Arial"/>
                <a:sym typeface="Arial"/>
              </a:rPr>
              <a:t>【特別限定特典】</a:t>
            </a:r>
            <a:endParaRPr sz="1100" b="1" i="0" u="none" strike="noStrike" cap="none">
              <a:solidFill>
                <a:srgbClr val="C00000"/>
              </a:solidFill>
              <a:latin typeface="Arial"/>
              <a:ea typeface="Arial"/>
              <a:cs typeface="Arial"/>
              <a:sym typeface="Arial"/>
            </a:endParaRPr>
          </a:p>
          <a:p>
            <a:pPr marL="0" lvl="0" indent="0" algn="l" rtl="0">
              <a:lnSpc>
                <a:spcPct val="70000"/>
              </a:lnSpc>
              <a:spcBef>
                <a:spcPts val="800"/>
              </a:spcBef>
              <a:spcAft>
                <a:spcPts val="0"/>
              </a:spcAft>
              <a:buClr>
                <a:schemeClr val="dk1"/>
              </a:buClr>
              <a:buSzPts val="1100"/>
              <a:buFont typeface="Arial"/>
              <a:buNone/>
            </a:pPr>
            <a:r>
              <a:rPr lang="ja" sz="1100" b="1">
                <a:solidFill>
                  <a:srgbClr val="C00000"/>
                </a:solidFill>
              </a:rPr>
              <a:t>①ラインサポート無制限</a:t>
            </a:r>
            <a:endParaRPr sz="1100">
              <a:solidFill>
                <a:schemeClr val="dk1"/>
              </a:solidFill>
            </a:endParaRPr>
          </a:p>
          <a:p>
            <a:pPr marL="0" lvl="0" indent="0" algn="l" rtl="0">
              <a:lnSpc>
                <a:spcPct val="70000"/>
              </a:lnSpc>
              <a:spcBef>
                <a:spcPts val="800"/>
              </a:spcBef>
              <a:spcAft>
                <a:spcPts val="0"/>
              </a:spcAft>
              <a:buClr>
                <a:schemeClr val="dk1"/>
              </a:buClr>
              <a:buSzPts val="1100"/>
              <a:buFont typeface="Arial"/>
              <a:buNone/>
            </a:pPr>
            <a:r>
              <a:rPr lang="ja" sz="1100" b="1">
                <a:solidFill>
                  <a:srgbClr val="C00000"/>
                </a:solidFill>
              </a:rPr>
              <a:t>②リアルでいつでも見学ok</a:t>
            </a:r>
            <a:endParaRPr sz="1100" b="1">
              <a:solidFill>
                <a:srgbClr val="C00000"/>
              </a:solidFill>
            </a:endParaRPr>
          </a:p>
          <a:p>
            <a:pPr marL="0" lvl="0" indent="0" algn="l" rtl="0">
              <a:lnSpc>
                <a:spcPct val="70000"/>
              </a:lnSpc>
              <a:spcBef>
                <a:spcPts val="800"/>
              </a:spcBef>
              <a:spcAft>
                <a:spcPts val="0"/>
              </a:spcAft>
              <a:buClr>
                <a:schemeClr val="dk1"/>
              </a:buClr>
              <a:buSzPts val="1100"/>
              <a:buFont typeface="Arial"/>
              <a:buNone/>
            </a:pPr>
            <a:r>
              <a:rPr lang="ja" sz="1100" b="1">
                <a:solidFill>
                  <a:srgbClr val="C00000"/>
                </a:solidFill>
              </a:rPr>
              <a:t>③フランス菓子基礎動画プレゼント</a:t>
            </a:r>
            <a:endParaRPr sz="1100">
              <a:solidFill>
                <a:schemeClr val="dk1"/>
              </a:solidFill>
            </a:endParaRPr>
          </a:p>
          <a:p>
            <a:pPr marL="0" lvl="0" indent="0" algn="l" rtl="0">
              <a:lnSpc>
                <a:spcPct val="70000"/>
              </a:lnSpc>
              <a:spcBef>
                <a:spcPts val="800"/>
              </a:spcBef>
              <a:spcAft>
                <a:spcPts val="0"/>
              </a:spcAft>
              <a:buClr>
                <a:schemeClr val="dk1"/>
              </a:buClr>
              <a:buSzPts val="1100"/>
              <a:buFont typeface="Arial"/>
              <a:buNone/>
            </a:pPr>
            <a:r>
              <a:rPr lang="ja" sz="1100" b="1">
                <a:solidFill>
                  <a:srgbClr val="C00000"/>
                </a:solidFill>
              </a:rPr>
              <a:t>④限定FBグループ</a:t>
            </a:r>
            <a:endParaRPr sz="1100" b="1">
              <a:solidFill>
                <a:srgbClr val="C00000"/>
              </a:solidFill>
            </a:endParaRPr>
          </a:p>
          <a:p>
            <a:pPr marL="0" lvl="0" indent="0" algn="l" rtl="0">
              <a:lnSpc>
                <a:spcPct val="70000"/>
              </a:lnSpc>
              <a:spcBef>
                <a:spcPts val="800"/>
              </a:spcBef>
              <a:spcAft>
                <a:spcPts val="0"/>
              </a:spcAft>
              <a:buClr>
                <a:schemeClr val="dk1"/>
              </a:buClr>
              <a:buSzPts val="1100"/>
              <a:buFont typeface="Arial"/>
              <a:buNone/>
            </a:pPr>
            <a:endParaRPr sz="1100" b="1">
              <a:solidFill>
                <a:srgbClr val="C00000"/>
              </a:solidFill>
            </a:endParaRPr>
          </a:p>
          <a:p>
            <a:pPr marL="0" marR="0" lvl="0" indent="0" algn="l" rtl="0">
              <a:lnSpc>
                <a:spcPct val="55714"/>
              </a:lnSpc>
              <a:spcBef>
                <a:spcPts val="800"/>
              </a:spcBef>
              <a:spcAft>
                <a:spcPts val="0"/>
              </a:spcAft>
              <a:buClr>
                <a:srgbClr val="000000"/>
              </a:buClr>
              <a:buSzPts val="1100"/>
              <a:buFont typeface="Arial"/>
              <a:buNone/>
            </a:pPr>
            <a:endParaRPr sz="1100"/>
          </a:p>
        </p:txBody>
      </p:sp>
      <p:sp>
        <p:nvSpPr>
          <p:cNvPr id="479" name="Google Shape;479;p53"/>
          <p:cNvSpPr txBox="1"/>
          <p:nvPr/>
        </p:nvSpPr>
        <p:spPr>
          <a:xfrm>
            <a:off x="3752498" y="3379800"/>
            <a:ext cx="2554352" cy="983400"/>
          </a:xfrm>
          <a:prstGeom prst="rect">
            <a:avLst/>
          </a:prstGeom>
          <a:noFill/>
          <a:ln>
            <a:noFill/>
          </a:ln>
        </p:spPr>
        <p:txBody>
          <a:bodyPr spcFirstLastPara="1" wrap="square" lIns="68575" tIns="34275" rIns="68575" bIns="34275" anchor="t" anchorCtr="0">
            <a:noAutofit/>
          </a:bodyPr>
          <a:lstStyle/>
          <a:p>
            <a:pPr marL="0" marR="0" lvl="0" indent="0" algn="l" rtl="0">
              <a:lnSpc>
                <a:spcPct val="55714"/>
              </a:lnSpc>
              <a:spcBef>
                <a:spcPts val="0"/>
              </a:spcBef>
              <a:spcAft>
                <a:spcPts val="0"/>
              </a:spcAft>
              <a:buClr>
                <a:srgbClr val="000000"/>
              </a:buClr>
              <a:buSzPts val="1100"/>
              <a:buFont typeface="Arial"/>
              <a:buNone/>
            </a:pPr>
            <a:r>
              <a:rPr lang="ja" sz="1100" b="1" i="0" u="none" strike="noStrike" cap="none">
                <a:solidFill>
                  <a:srgbClr val="C00000"/>
                </a:solidFill>
                <a:latin typeface="Arial"/>
                <a:ea typeface="Arial"/>
                <a:cs typeface="Arial"/>
                <a:sym typeface="Arial"/>
              </a:rPr>
              <a:t>【特別限定特典】</a:t>
            </a:r>
            <a:endParaRPr sz="1100"/>
          </a:p>
          <a:p>
            <a:pPr marL="0" lvl="0" indent="0" algn="l" rtl="0">
              <a:lnSpc>
                <a:spcPct val="70000"/>
              </a:lnSpc>
              <a:spcBef>
                <a:spcPts val="800"/>
              </a:spcBef>
              <a:spcAft>
                <a:spcPts val="0"/>
              </a:spcAft>
              <a:buClr>
                <a:schemeClr val="dk1"/>
              </a:buClr>
              <a:buSzPts val="1100"/>
              <a:buFont typeface="Arial"/>
              <a:buNone/>
            </a:pPr>
            <a:r>
              <a:rPr lang="ja" sz="1100" b="1">
                <a:solidFill>
                  <a:srgbClr val="C00000"/>
                </a:solidFill>
              </a:rPr>
              <a:t>①ラインサポート無制限</a:t>
            </a:r>
            <a:endParaRPr sz="1100">
              <a:solidFill>
                <a:schemeClr val="dk1"/>
              </a:solidFill>
            </a:endParaRPr>
          </a:p>
          <a:p>
            <a:pPr marL="0" lvl="0" indent="0" algn="l" rtl="0">
              <a:lnSpc>
                <a:spcPct val="70000"/>
              </a:lnSpc>
              <a:spcBef>
                <a:spcPts val="800"/>
              </a:spcBef>
              <a:spcAft>
                <a:spcPts val="0"/>
              </a:spcAft>
              <a:buClr>
                <a:schemeClr val="dk1"/>
              </a:buClr>
              <a:buSzPts val="1100"/>
              <a:buFont typeface="Arial"/>
              <a:buNone/>
            </a:pPr>
            <a:r>
              <a:rPr lang="ja" sz="1100" b="1">
                <a:solidFill>
                  <a:srgbClr val="C00000"/>
                </a:solidFill>
              </a:rPr>
              <a:t>②リアルでいつでも見学ok</a:t>
            </a:r>
            <a:endParaRPr sz="1100" b="1">
              <a:solidFill>
                <a:srgbClr val="C00000"/>
              </a:solidFill>
            </a:endParaRPr>
          </a:p>
          <a:p>
            <a:pPr marL="0" lvl="0" indent="0" algn="l" rtl="0">
              <a:lnSpc>
                <a:spcPct val="70000"/>
              </a:lnSpc>
              <a:spcBef>
                <a:spcPts val="800"/>
              </a:spcBef>
              <a:spcAft>
                <a:spcPts val="0"/>
              </a:spcAft>
              <a:buClr>
                <a:schemeClr val="dk1"/>
              </a:buClr>
              <a:buSzPts val="1100"/>
              <a:buFont typeface="Arial"/>
              <a:buNone/>
            </a:pPr>
            <a:r>
              <a:rPr lang="ja" sz="1100" b="1">
                <a:solidFill>
                  <a:srgbClr val="C00000"/>
                </a:solidFill>
              </a:rPr>
              <a:t>③フランス菓子基礎動画プレゼント</a:t>
            </a:r>
            <a:endParaRPr sz="1100">
              <a:solidFill>
                <a:schemeClr val="dk1"/>
              </a:solidFill>
            </a:endParaRPr>
          </a:p>
          <a:p>
            <a:pPr marL="0" lvl="0" indent="0" algn="l" rtl="0">
              <a:lnSpc>
                <a:spcPct val="70000"/>
              </a:lnSpc>
              <a:spcBef>
                <a:spcPts val="800"/>
              </a:spcBef>
              <a:spcAft>
                <a:spcPts val="0"/>
              </a:spcAft>
              <a:buClr>
                <a:schemeClr val="dk1"/>
              </a:buClr>
              <a:buSzPts val="1100"/>
              <a:buFont typeface="Arial"/>
              <a:buNone/>
            </a:pPr>
            <a:r>
              <a:rPr lang="ja" sz="1100" b="1">
                <a:solidFill>
                  <a:srgbClr val="C00000"/>
                </a:solidFill>
              </a:rPr>
              <a:t>④限定FBグループ</a:t>
            </a:r>
            <a:endParaRPr sz="1100" b="1">
              <a:solidFill>
                <a:srgbClr val="C00000"/>
              </a:solidFill>
            </a:endParaRPr>
          </a:p>
          <a:p>
            <a:pPr marL="0" lvl="0" indent="0" algn="l" rtl="0">
              <a:lnSpc>
                <a:spcPct val="70000"/>
              </a:lnSpc>
              <a:spcBef>
                <a:spcPts val="800"/>
              </a:spcBef>
              <a:spcAft>
                <a:spcPts val="0"/>
              </a:spcAft>
              <a:buClr>
                <a:schemeClr val="dk1"/>
              </a:buClr>
              <a:buSzPts val="1100"/>
              <a:buFont typeface="Arial"/>
              <a:buNone/>
            </a:pPr>
            <a:endParaRPr sz="1100" b="1">
              <a:solidFill>
                <a:srgbClr val="C00000"/>
              </a:solidFill>
            </a:endParaRPr>
          </a:p>
          <a:p>
            <a:pPr marL="0" marR="0" lvl="0" indent="0" algn="l" rtl="0">
              <a:lnSpc>
                <a:spcPct val="55714"/>
              </a:lnSpc>
              <a:spcBef>
                <a:spcPts val="800"/>
              </a:spcBef>
              <a:spcAft>
                <a:spcPts val="0"/>
              </a:spcAft>
              <a:buClr>
                <a:srgbClr val="000000"/>
              </a:buClr>
              <a:buSzPts val="1100"/>
              <a:buFont typeface="Arial"/>
              <a:buNone/>
            </a:pPr>
            <a:endParaRPr sz="1100" b="1">
              <a:solidFill>
                <a:srgbClr val="C00000"/>
              </a:solidFill>
            </a:endParaRPr>
          </a:p>
        </p:txBody>
      </p:sp>
      <p:sp>
        <p:nvSpPr>
          <p:cNvPr id="480" name="Google Shape;480;p53"/>
          <p:cNvSpPr txBox="1"/>
          <p:nvPr/>
        </p:nvSpPr>
        <p:spPr>
          <a:xfrm>
            <a:off x="808150" y="1373183"/>
            <a:ext cx="3440100" cy="537741"/>
          </a:xfrm>
          <a:prstGeom prst="rect">
            <a:avLst/>
          </a:prstGeom>
          <a:noFill/>
          <a:ln>
            <a:noFill/>
          </a:ln>
        </p:spPr>
        <p:txBody>
          <a:bodyPr spcFirstLastPara="1" wrap="square" lIns="68575" tIns="34275" rIns="68575" bIns="34275" anchor="t" anchorCtr="0">
            <a:noAutofit/>
          </a:bodyPr>
          <a:lstStyle/>
          <a:p>
            <a:pPr marL="0" marR="0" lvl="0" indent="0" algn="l" rtl="0">
              <a:lnSpc>
                <a:spcPct val="68571"/>
              </a:lnSpc>
              <a:spcBef>
                <a:spcPts val="0"/>
              </a:spcBef>
              <a:spcAft>
                <a:spcPts val="0"/>
              </a:spcAft>
              <a:buClr>
                <a:srgbClr val="000000"/>
              </a:buClr>
              <a:buSzPts val="1100"/>
              <a:buFont typeface="Arial"/>
              <a:buNone/>
            </a:pPr>
            <a:r>
              <a:rPr lang="ja" sz="1100" b="1">
                <a:solidFill>
                  <a:srgbClr val="3F3F3F"/>
                </a:solidFill>
              </a:rPr>
              <a:t>すべての講座が2年（2回）にわたって</a:t>
            </a:r>
            <a:endParaRPr sz="1100" b="1">
              <a:solidFill>
                <a:srgbClr val="3F3F3F"/>
              </a:solidFill>
            </a:endParaRPr>
          </a:p>
          <a:p>
            <a:pPr marL="0" marR="0" lvl="0" indent="0" algn="l" rtl="0">
              <a:lnSpc>
                <a:spcPct val="68571"/>
              </a:lnSpc>
              <a:spcBef>
                <a:spcPts val="0"/>
              </a:spcBef>
              <a:spcAft>
                <a:spcPts val="0"/>
              </a:spcAft>
              <a:buClr>
                <a:srgbClr val="000000"/>
              </a:buClr>
              <a:buSzPts val="1100"/>
              <a:buFont typeface="Arial"/>
              <a:buNone/>
            </a:pPr>
            <a:endParaRPr sz="1100" b="1">
              <a:solidFill>
                <a:srgbClr val="3F3F3F"/>
              </a:solidFill>
            </a:endParaRPr>
          </a:p>
          <a:p>
            <a:pPr marL="0" marR="0" lvl="0" indent="0" algn="l" rtl="0">
              <a:lnSpc>
                <a:spcPct val="68571"/>
              </a:lnSpc>
              <a:spcBef>
                <a:spcPts val="0"/>
              </a:spcBef>
              <a:spcAft>
                <a:spcPts val="0"/>
              </a:spcAft>
              <a:buClr>
                <a:srgbClr val="000000"/>
              </a:buClr>
              <a:buSzPts val="1100"/>
              <a:buFont typeface="Arial"/>
              <a:buNone/>
            </a:pPr>
            <a:r>
              <a:rPr lang="ja" sz="1100" b="1">
                <a:solidFill>
                  <a:srgbClr val="3F3F3F"/>
                </a:solidFill>
              </a:rPr>
              <a:t>受講、2年目からは講師のつもりで受講</a:t>
            </a:r>
            <a:endParaRPr sz="1100" b="1">
              <a:solidFill>
                <a:srgbClr val="3F3F3F"/>
              </a:solidFill>
            </a:endParaRPr>
          </a:p>
          <a:p>
            <a:pPr marL="0" marR="0" lvl="0" indent="0" algn="l" rtl="0">
              <a:lnSpc>
                <a:spcPct val="68571"/>
              </a:lnSpc>
              <a:spcBef>
                <a:spcPts val="800"/>
              </a:spcBef>
              <a:spcAft>
                <a:spcPts val="0"/>
              </a:spcAft>
              <a:buClr>
                <a:srgbClr val="000000"/>
              </a:buClr>
              <a:buSzPts val="1100"/>
              <a:buFont typeface="Arial"/>
              <a:buNone/>
            </a:pPr>
            <a:r>
              <a:rPr lang="ja" sz="1100" b="1" i="0" u="none" strike="noStrike" cap="none">
                <a:solidFill>
                  <a:srgbClr val="3F3F3F"/>
                </a:solidFill>
                <a:latin typeface="Arial"/>
                <a:ea typeface="Arial"/>
                <a:cs typeface="Arial"/>
                <a:sym typeface="Arial"/>
              </a:rPr>
              <a:t>　</a:t>
            </a:r>
            <a:endParaRPr sz="1100" b="1" i="0" u="none" strike="noStrike" cap="none">
              <a:solidFill>
                <a:srgbClr val="3F3F3F"/>
              </a:solidFill>
              <a:latin typeface="Arial"/>
              <a:ea typeface="Arial"/>
              <a:cs typeface="Arial"/>
              <a:sym typeface="Arial"/>
            </a:endParaRPr>
          </a:p>
        </p:txBody>
      </p:sp>
      <p:sp>
        <p:nvSpPr>
          <p:cNvPr id="481" name="Google Shape;481;p53"/>
          <p:cNvSpPr txBox="1"/>
          <p:nvPr/>
        </p:nvSpPr>
        <p:spPr>
          <a:xfrm>
            <a:off x="794174" y="2466119"/>
            <a:ext cx="3080276" cy="703500"/>
          </a:xfrm>
          <a:prstGeom prst="rect">
            <a:avLst/>
          </a:prstGeom>
          <a:noFill/>
          <a:ln>
            <a:noFill/>
          </a:ln>
        </p:spPr>
        <p:txBody>
          <a:bodyPr spcFirstLastPara="1" wrap="square" lIns="68575" tIns="34275" rIns="68575" bIns="34275" anchor="t" anchorCtr="0">
            <a:noAutofit/>
          </a:bodyPr>
          <a:lstStyle/>
          <a:p>
            <a:pPr marL="0" marR="0" lvl="0" indent="0" algn="l" rtl="0">
              <a:lnSpc>
                <a:spcPct val="68571"/>
              </a:lnSpc>
              <a:spcBef>
                <a:spcPts val="0"/>
              </a:spcBef>
              <a:spcAft>
                <a:spcPts val="0"/>
              </a:spcAft>
              <a:buClr>
                <a:srgbClr val="000000"/>
              </a:buClr>
              <a:buSzPts val="1100"/>
              <a:buFont typeface="Arial"/>
              <a:buNone/>
            </a:pPr>
            <a:r>
              <a:rPr lang="ja" sz="1100" b="1">
                <a:solidFill>
                  <a:srgbClr val="3F3F3F"/>
                </a:solidFill>
              </a:rPr>
              <a:t>1年間を通してすべての講座を受講でき</a:t>
            </a:r>
            <a:endParaRPr sz="1100" b="1">
              <a:solidFill>
                <a:srgbClr val="3F3F3F"/>
              </a:solidFill>
            </a:endParaRPr>
          </a:p>
          <a:p>
            <a:pPr marL="0" marR="0" lvl="0" indent="0" algn="l" rtl="0">
              <a:lnSpc>
                <a:spcPct val="68571"/>
              </a:lnSpc>
              <a:spcBef>
                <a:spcPts val="0"/>
              </a:spcBef>
              <a:spcAft>
                <a:spcPts val="0"/>
              </a:spcAft>
              <a:buClr>
                <a:srgbClr val="000000"/>
              </a:buClr>
              <a:buSzPts val="1100"/>
              <a:buFont typeface="Arial"/>
              <a:buNone/>
            </a:pPr>
            <a:endParaRPr sz="1100" b="1">
              <a:solidFill>
                <a:srgbClr val="3F3F3F"/>
              </a:solidFill>
            </a:endParaRPr>
          </a:p>
          <a:p>
            <a:pPr marL="0" marR="0" lvl="0" indent="0" algn="l" rtl="0">
              <a:lnSpc>
                <a:spcPct val="68571"/>
              </a:lnSpc>
              <a:spcBef>
                <a:spcPts val="0"/>
              </a:spcBef>
              <a:spcAft>
                <a:spcPts val="0"/>
              </a:spcAft>
              <a:buClr>
                <a:srgbClr val="000000"/>
              </a:buClr>
              <a:buSzPts val="1100"/>
              <a:buFont typeface="Arial"/>
              <a:buNone/>
            </a:pPr>
            <a:r>
              <a:rPr lang="ja" sz="1100" b="1">
                <a:solidFill>
                  <a:srgbClr val="3F3F3F"/>
                </a:solidFill>
              </a:rPr>
              <a:t>ます。四季のを通しての学びが豊かで</a:t>
            </a:r>
            <a:endParaRPr sz="1100" b="1">
              <a:solidFill>
                <a:srgbClr val="3F3F3F"/>
              </a:solidFill>
            </a:endParaRPr>
          </a:p>
          <a:p>
            <a:pPr marL="0" marR="0" lvl="0" indent="0" algn="l" rtl="0">
              <a:lnSpc>
                <a:spcPct val="68571"/>
              </a:lnSpc>
              <a:spcBef>
                <a:spcPts val="0"/>
              </a:spcBef>
              <a:spcAft>
                <a:spcPts val="0"/>
              </a:spcAft>
              <a:buClr>
                <a:srgbClr val="000000"/>
              </a:buClr>
              <a:buSzPts val="1100"/>
              <a:buFont typeface="Arial"/>
              <a:buNone/>
            </a:pPr>
            <a:endParaRPr sz="1100" b="1">
              <a:solidFill>
                <a:srgbClr val="3F3F3F"/>
              </a:solidFill>
            </a:endParaRPr>
          </a:p>
          <a:p>
            <a:pPr marL="0" marR="0" lvl="0" indent="0" algn="l" rtl="0">
              <a:lnSpc>
                <a:spcPct val="68571"/>
              </a:lnSpc>
              <a:spcBef>
                <a:spcPts val="0"/>
              </a:spcBef>
              <a:spcAft>
                <a:spcPts val="0"/>
              </a:spcAft>
              <a:buClr>
                <a:srgbClr val="000000"/>
              </a:buClr>
              <a:buSzPts val="1100"/>
              <a:buFont typeface="Arial"/>
              <a:buNone/>
            </a:pPr>
            <a:r>
              <a:rPr lang="ja" sz="1100" b="1">
                <a:solidFill>
                  <a:srgbClr val="3F3F3F"/>
                </a:solidFill>
              </a:rPr>
              <a:t>楽しい</a:t>
            </a:r>
            <a:endParaRPr sz="1100" b="1">
              <a:solidFill>
                <a:srgbClr val="3F3F3F"/>
              </a:solidFill>
            </a:endParaRPr>
          </a:p>
          <a:p>
            <a:pPr marL="0" marR="0" lvl="0" indent="0" algn="l" rtl="0">
              <a:lnSpc>
                <a:spcPct val="68571"/>
              </a:lnSpc>
              <a:spcBef>
                <a:spcPts val="0"/>
              </a:spcBef>
              <a:spcAft>
                <a:spcPts val="0"/>
              </a:spcAft>
              <a:buClr>
                <a:srgbClr val="000000"/>
              </a:buClr>
              <a:buSzPts val="1100"/>
              <a:buFont typeface="Arial"/>
              <a:buNone/>
            </a:pPr>
            <a:endParaRPr sz="1100" b="1">
              <a:solidFill>
                <a:srgbClr val="3F3F3F"/>
              </a:solidFill>
            </a:endParaRPr>
          </a:p>
          <a:p>
            <a:pPr marL="0" marR="0" lvl="0" indent="0" algn="l" rtl="0">
              <a:lnSpc>
                <a:spcPct val="68571"/>
              </a:lnSpc>
              <a:spcBef>
                <a:spcPts val="0"/>
              </a:spcBef>
              <a:spcAft>
                <a:spcPts val="0"/>
              </a:spcAft>
              <a:buClr>
                <a:srgbClr val="000000"/>
              </a:buClr>
              <a:buSzPts val="1100"/>
              <a:buFont typeface="Arial"/>
              <a:buNone/>
            </a:pPr>
            <a:endParaRPr sz="1100" b="1">
              <a:solidFill>
                <a:srgbClr val="3F3F3F"/>
              </a:solidFill>
            </a:endParaRPr>
          </a:p>
          <a:p>
            <a:pPr marL="0" marR="0" lvl="0" indent="0" algn="l" rtl="0">
              <a:lnSpc>
                <a:spcPct val="68571"/>
              </a:lnSpc>
              <a:spcBef>
                <a:spcPts val="800"/>
              </a:spcBef>
              <a:spcAft>
                <a:spcPts val="0"/>
              </a:spcAft>
              <a:buClr>
                <a:srgbClr val="000000"/>
              </a:buClr>
              <a:buSzPts val="1100"/>
              <a:buFont typeface="Arial"/>
              <a:buNone/>
            </a:pPr>
            <a:r>
              <a:rPr lang="ja" sz="1100" b="1" i="0" u="none" strike="noStrike" cap="none">
                <a:solidFill>
                  <a:srgbClr val="3F3F3F"/>
                </a:solidFill>
                <a:latin typeface="Arial"/>
                <a:ea typeface="Arial"/>
                <a:cs typeface="Arial"/>
                <a:sym typeface="Arial"/>
              </a:rPr>
              <a:t>　</a:t>
            </a:r>
            <a:endParaRPr sz="1100" b="1" i="0" u="none" strike="noStrike" cap="none">
              <a:solidFill>
                <a:srgbClr val="3F3F3F"/>
              </a:solidFill>
              <a:latin typeface="Arial"/>
              <a:ea typeface="Arial"/>
              <a:cs typeface="Arial"/>
              <a:sym typeface="Arial"/>
            </a:endParaRPr>
          </a:p>
        </p:txBody>
      </p:sp>
      <p:sp>
        <p:nvSpPr>
          <p:cNvPr id="482" name="Google Shape;482;p53"/>
          <p:cNvSpPr txBox="1"/>
          <p:nvPr/>
        </p:nvSpPr>
        <p:spPr>
          <a:xfrm>
            <a:off x="794174" y="3699154"/>
            <a:ext cx="2941347" cy="703500"/>
          </a:xfrm>
          <a:prstGeom prst="rect">
            <a:avLst/>
          </a:prstGeom>
          <a:noFill/>
          <a:ln>
            <a:noFill/>
          </a:ln>
        </p:spPr>
        <p:txBody>
          <a:bodyPr spcFirstLastPara="1" wrap="square" lIns="68575" tIns="34275" rIns="68575" bIns="34275" anchor="t" anchorCtr="0">
            <a:noAutofit/>
          </a:bodyPr>
          <a:lstStyle/>
          <a:p>
            <a:pPr marL="0" marR="0" lvl="0" indent="0" algn="l" rtl="0">
              <a:lnSpc>
                <a:spcPct val="68571"/>
              </a:lnSpc>
              <a:spcBef>
                <a:spcPts val="0"/>
              </a:spcBef>
              <a:spcAft>
                <a:spcPts val="0"/>
              </a:spcAft>
              <a:buClr>
                <a:srgbClr val="000000"/>
              </a:buClr>
              <a:buSzPts val="1100"/>
              <a:buFont typeface="Arial"/>
              <a:buNone/>
            </a:pPr>
            <a:r>
              <a:rPr lang="ja" sz="1100" b="1">
                <a:solidFill>
                  <a:srgbClr val="3F3F3F"/>
                </a:solidFill>
              </a:rPr>
              <a:t>天給自足の中心となる講座を受講</a:t>
            </a:r>
            <a:endParaRPr sz="1100" b="1">
              <a:solidFill>
                <a:srgbClr val="3F3F3F"/>
              </a:solidFill>
            </a:endParaRPr>
          </a:p>
          <a:p>
            <a:pPr marL="0" marR="0" lvl="0" indent="0" algn="l" rtl="0">
              <a:lnSpc>
                <a:spcPct val="68571"/>
              </a:lnSpc>
              <a:spcBef>
                <a:spcPts val="0"/>
              </a:spcBef>
              <a:spcAft>
                <a:spcPts val="0"/>
              </a:spcAft>
              <a:buClr>
                <a:srgbClr val="000000"/>
              </a:buClr>
              <a:buSzPts val="1100"/>
              <a:buFont typeface="Arial"/>
              <a:buNone/>
            </a:pPr>
            <a:endParaRPr sz="1100" b="1">
              <a:solidFill>
                <a:srgbClr val="3F3F3F"/>
              </a:solidFill>
            </a:endParaRPr>
          </a:p>
          <a:p>
            <a:pPr marL="0" marR="0" lvl="0" indent="0" algn="l" rtl="0">
              <a:lnSpc>
                <a:spcPct val="68571"/>
              </a:lnSpc>
              <a:spcBef>
                <a:spcPts val="0"/>
              </a:spcBef>
              <a:spcAft>
                <a:spcPts val="0"/>
              </a:spcAft>
              <a:buClr>
                <a:srgbClr val="000000"/>
              </a:buClr>
              <a:buSzPts val="1100"/>
              <a:buFont typeface="Arial"/>
              <a:buNone/>
            </a:pPr>
            <a:r>
              <a:rPr lang="ja" sz="1100" b="1">
                <a:solidFill>
                  <a:srgbClr val="3F3F3F"/>
                </a:solidFill>
              </a:rPr>
              <a:t>ポタジェ（キッチンガーデン）菌ちゃん</a:t>
            </a:r>
            <a:endParaRPr sz="1100" b="1">
              <a:solidFill>
                <a:srgbClr val="3F3F3F"/>
              </a:solidFill>
            </a:endParaRPr>
          </a:p>
          <a:p>
            <a:pPr marL="0" marR="0" lvl="0" indent="0" algn="l" rtl="0">
              <a:lnSpc>
                <a:spcPct val="68571"/>
              </a:lnSpc>
              <a:spcBef>
                <a:spcPts val="0"/>
              </a:spcBef>
              <a:spcAft>
                <a:spcPts val="0"/>
              </a:spcAft>
              <a:buClr>
                <a:srgbClr val="000000"/>
              </a:buClr>
              <a:buSzPts val="1100"/>
              <a:buFont typeface="Arial"/>
              <a:buNone/>
            </a:pPr>
            <a:endParaRPr sz="1100" b="1">
              <a:solidFill>
                <a:srgbClr val="3F3F3F"/>
              </a:solidFill>
            </a:endParaRPr>
          </a:p>
          <a:p>
            <a:pPr marL="0" marR="0" lvl="0" indent="0" algn="l" rtl="0">
              <a:lnSpc>
                <a:spcPct val="68571"/>
              </a:lnSpc>
              <a:spcBef>
                <a:spcPts val="0"/>
              </a:spcBef>
              <a:spcAft>
                <a:spcPts val="0"/>
              </a:spcAft>
              <a:buClr>
                <a:srgbClr val="000000"/>
              </a:buClr>
              <a:buSzPts val="1100"/>
              <a:buFont typeface="Arial"/>
              <a:buNone/>
            </a:pPr>
            <a:r>
              <a:rPr lang="ja" sz="1100" b="1">
                <a:solidFill>
                  <a:srgbClr val="3F3F3F"/>
                </a:solidFill>
              </a:rPr>
              <a:t>農法で素敵</a:t>
            </a:r>
            <a:r>
              <a:rPr lang="ja" sz="1100" b="1" dirty="0">
                <a:solidFill>
                  <a:srgbClr val="3F3F3F"/>
                </a:solidFill>
              </a:rPr>
              <a:t>な</a:t>
            </a:r>
            <a:r>
              <a:rPr lang="ja-JP" altLang="en-US" sz="1100" b="1" dirty="0">
                <a:solidFill>
                  <a:srgbClr val="3F3F3F"/>
                </a:solidFill>
              </a:rPr>
              <a:t>庭</a:t>
            </a:r>
            <a:r>
              <a:rPr lang="ja" sz="1100" b="1">
                <a:solidFill>
                  <a:srgbClr val="3F3F3F"/>
                </a:solidFill>
              </a:rPr>
              <a:t>を作り</a:t>
            </a:r>
            <a:endParaRPr sz="1100" b="1">
              <a:solidFill>
                <a:srgbClr val="3F3F3F"/>
              </a:solidFill>
            </a:endParaRPr>
          </a:p>
          <a:p>
            <a:pPr marL="0" marR="0" lvl="0" indent="0" algn="l" rtl="0">
              <a:lnSpc>
                <a:spcPct val="68571"/>
              </a:lnSpc>
              <a:spcBef>
                <a:spcPts val="0"/>
              </a:spcBef>
              <a:spcAft>
                <a:spcPts val="0"/>
              </a:spcAft>
              <a:buClr>
                <a:srgbClr val="000000"/>
              </a:buClr>
              <a:buSzPts val="1100"/>
              <a:buFont typeface="Arial"/>
              <a:buNone/>
            </a:pPr>
            <a:endParaRPr sz="1100" b="1">
              <a:solidFill>
                <a:srgbClr val="3F3F3F"/>
              </a:solidFill>
            </a:endParaRPr>
          </a:p>
        </p:txBody>
      </p:sp>
      <p:cxnSp>
        <p:nvCxnSpPr>
          <p:cNvPr id="483" name="Google Shape;483;p53"/>
          <p:cNvCxnSpPr/>
          <p:nvPr/>
        </p:nvCxnSpPr>
        <p:spPr>
          <a:xfrm rot="10800000" flipH="1">
            <a:off x="6387875" y="1061675"/>
            <a:ext cx="1996500" cy="35100"/>
          </a:xfrm>
          <a:prstGeom prst="straightConnector1">
            <a:avLst/>
          </a:prstGeom>
          <a:noFill/>
          <a:ln w="28575" cap="flat" cmpd="sng">
            <a:solidFill>
              <a:schemeClr val="dk2"/>
            </a:solidFill>
            <a:prstDash val="solid"/>
            <a:round/>
            <a:headEnd type="none" w="med" len="med"/>
            <a:tailEnd type="none" w="med" len="med"/>
          </a:ln>
        </p:spPr>
      </p:cxnSp>
      <mc:AlternateContent xmlns:mc="http://schemas.openxmlformats.org/markup-compatibility/2006" xmlns:p14="http://schemas.microsoft.com/office/powerpoint/2010/main">
        <mc:Choice Requires="p14">
          <p:contentPart p14:bwMode="auto" r:id="rId4">
            <p14:nvContentPartPr>
              <p14:cNvPr id="2" name="インク 1">
                <a:extLst>
                  <a:ext uri="{FF2B5EF4-FFF2-40B4-BE49-F238E27FC236}">
                    <a16:creationId xmlns:a16="http://schemas.microsoft.com/office/drawing/2014/main" id="{0CAE4B32-5CBA-2F01-BF4F-F191AF8269A5}"/>
                  </a:ext>
                </a:extLst>
              </p14:cNvPr>
              <p14:cNvContentPartPr/>
              <p14:nvPr/>
            </p14:nvContentPartPr>
            <p14:xfrm>
              <a:off x="799920" y="4714920"/>
              <a:ext cx="360" cy="5040"/>
            </p14:xfrm>
          </p:contentPart>
        </mc:Choice>
        <mc:Fallback xmlns="">
          <p:pic>
            <p:nvPicPr>
              <p:cNvPr id="2" name="インク 1">
                <a:extLst>
                  <a:ext uri="{FF2B5EF4-FFF2-40B4-BE49-F238E27FC236}">
                    <a16:creationId xmlns:a16="http://schemas.microsoft.com/office/drawing/2014/main" id="{0CAE4B32-5CBA-2F01-BF4F-F191AF8269A5}"/>
                  </a:ext>
                </a:extLst>
              </p:cNvPr>
              <p:cNvPicPr/>
              <p:nvPr/>
            </p:nvPicPr>
            <p:blipFill>
              <a:blip r:embed="rId5"/>
              <a:stretch>
                <a:fillRect/>
              </a:stretch>
            </p:blipFill>
            <p:spPr>
              <a:xfrm>
                <a:off x="790560" y="4705560"/>
                <a:ext cx="19080" cy="237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2"/>
                                        </p:tgtEl>
                                        <p:attrNameLst>
                                          <p:attrName>style.visibility</p:attrName>
                                        </p:attrNameLst>
                                      </p:cBhvr>
                                      <p:to>
                                        <p:strVal val="visible"/>
                                      </p:to>
                                    </p:set>
                                    <p:animEffect transition="in" filter="fade">
                                      <p:cBhvr>
                                        <p:cTn id="7" dur="1000"/>
                                        <p:tgtEl>
                                          <p:spTgt spid="47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5"/>
                                        </p:tgtEl>
                                        <p:attrNameLst>
                                          <p:attrName>style.visibility</p:attrName>
                                        </p:attrNameLst>
                                      </p:cBhvr>
                                      <p:to>
                                        <p:strVal val="visible"/>
                                      </p:to>
                                    </p:set>
                                    <p:animEffect transition="in" filter="fade">
                                      <p:cBhvr>
                                        <p:cTn id="12" dur="1000"/>
                                        <p:tgtEl>
                                          <p:spTgt spid="47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76"/>
                                        </p:tgtEl>
                                        <p:attrNameLst>
                                          <p:attrName>style.visibility</p:attrName>
                                        </p:attrNameLst>
                                      </p:cBhvr>
                                      <p:to>
                                        <p:strVal val="visible"/>
                                      </p:to>
                                    </p:set>
                                    <p:animEffect transition="in" filter="fade">
                                      <p:cBhvr>
                                        <p:cTn id="17" dur="1000"/>
                                        <p:tgtEl>
                                          <p:spTgt spid="4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D08001-438B-C58D-25A8-7D3220CBBF69}"/>
              </a:ext>
            </a:extLst>
          </p:cNvPr>
          <p:cNvSpPr>
            <a:spLocks noGrp="1"/>
          </p:cNvSpPr>
          <p:nvPr>
            <p:ph type="title"/>
          </p:nvPr>
        </p:nvSpPr>
        <p:spPr/>
        <p:txBody>
          <a:bodyPr>
            <a:normAutofit fontScale="90000"/>
          </a:bodyPr>
          <a:lstStyle/>
          <a:p>
            <a:r>
              <a:rPr kumimoji="1" lang="ja-JP" altLang="en-US" sz="4400" dirty="0">
                <a:solidFill>
                  <a:srgbClr val="FF0000"/>
                </a:solidFill>
              </a:rPr>
              <a:t>ありがとうございます</a:t>
            </a:r>
            <a:r>
              <a:rPr kumimoji="1" lang="ja-JP" altLang="en-US" dirty="0"/>
              <a:t>。</a:t>
            </a:r>
          </a:p>
        </p:txBody>
      </p:sp>
    </p:spTree>
    <p:extLst>
      <p:ext uri="{BB962C8B-B14F-4D97-AF65-F5344CB8AC3E}">
        <p14:creationId xmlns:p14="http://schemas.microsoft.com/office/powerpoint/2010/main" val="5857337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pic>
        <p:nvPicPr>
          <p:cNvPr id="374" name="Google Shape;374;p45"/>
          <p:cNvPicPr preferRelativeResize="0"/>
          <p:nvPr/>
        </p:nvPicPr>
        <p:blipFill rotWithShape="1">
          <a:blip r:embed="rId3">
            <a:alphaModFix/>
          </a:blip>
          <a:srcRect/>
          <a:stretch/>
        </p:blipFill>
        <p:spPr>
          <a:xfrm>
            <a:off x="0" y="-76200"/>
            <a:ext cx="9077325" cy="5143500"/>
          </a:xfrm>
          <a:prstGeom prst="rect">
            <a:avLst/>
          </a:prstGeom>
          <a:noFill/>
          <a:ln>
            <a:noFill/>
          </a:ln>
        </p:spPr>
      </p:pic>
      <p:sp>
        <p:nvSpPr>
          <p:cNvPr id="375" name="Google Shape;375;p45"/>
          <p:cNvSpPr txBox="1">
            <a:spLocks noGrp="1"/>
          </p:cNvSpPr>
          <p:nvPr>
            <p:ph type="ctrTitle"/>
          </p:nvPr>
        </p:nvSpPr>
        <p:spPr>
          <a:xfrm>
            <a:off x="1143000" y="419352"/>
            <a:ext cx="6858000" cy="424500"/>
          </a:xfrm>
          <a:prstGeom prst="rect">
            <a:avLst/>
          </a:prstGeom>
          <a:noFill/>
          <a:ln>
            <a:noFill/>
          </a:ln>
        </p:spPr>
        <p:txBody>
          <a:bodyPr spcFirstLastPara="1" wrap="square" lIns="68575" tIns="34275" rIns="68575" bIns="34275" anchor="ctr" anchorCtr="0">
            <a:normAutofit fontScale="90000"/>
          </a:bodyPr>
          <a:lstStyle/>
          <a:p>
            <a:pPr marL="0" lvl="0" indent="0" algn="ctr" rtl="0">
              <a:lnSpc>
                <a:spcPct val="90000"/>
              </a:lnSpc>
              <a:spcBef>
                <a:spcPts val="0"/>
              </a:spcBef>
              <a:spcAft>
                <a:spcPts val="0"/>
              </a:spcAft>
              <a:buClr>
                <a:schemeClr val="dk1"/>
              </a:buClr>
              <a:buSzPct val="185185"/>
              <a:buFont typeface="Calibri"/>
              <a:buNone/>
            </a:pPr>
            <a:r>
              <a:rPr lang="ja" sz="2700" b="1">
                <a:solidFill>
                  <a:srgbClr val="3F3F3F"/>
                </a:solidFill>
                <a:latin typeface="Arial"/>
                <a:ea typeface="Arial"/>
                <a:cs typeface="Arial"/>
                <a:sym typeface="Arial"/>
              </a:rPr>
              <a:t>メニューのご紹介</a:t>
            </a:r>
            <a:endParaRPr/>
          </a:p>
        </p:txBody>
      </p:sp>
      <p:sp>
        <p:nvSpPr>
          <p:cNvPr id="376" name="Google Shape;376;p45"/>
          <p:cNvSpPr txBox="1">
            <a:spLocks noGrp="1"/>
          </p:cNvSpPr>
          <p:nvPr>
            <p:ph type="subTitle" idx="1"/>
          </p:nvPr>
        </p:nvSpPr>
        <p:spPr>
          <a:xfrm>
            <a:off x="1263650" y="1020825"/>
            <a:ext cx="4699000" cy="504900"/>
          </a:xfrm>
          <a:prstGeom prst="rect">
            <a:avLst/>
          </a:prstGeom>
          <a:noFill/>
          <a:ln>
            <a:noFill/>
          </a:ln>
        </p:spPr>
        <p:txBody>
          <a:bodyPr spcFirstLastPara="1" wrap="square" lIns="68575" tIns="34275" rIns="68575" bIns="34275" anchor="t" anchorCtr="0">
            <a:noAutofit/>
          </a:bodyPr>
          <a:lstStyle/>
          <a:p>
            <a:pPr marL="342900" lvl="0" indent="-304800" algn="ctr" rtl="0">
              <a:lnSpc>
                <a:spcPct val="90000"/>
              </a:lnSpc>
              <a:spcBef>
                <a:spcPts val="800"/>
              </a:spcBef>
              <a:spcAft>
                <a:spcPts val="0"/>
              </a:spcAft>
              <a:buClr>
                <a:schemeClr val="dk1"/>
              </a:buClr>
              <a:buSzPts val="1800"/>
              <a:buNone/>
            </a:pPr>
            <a:r>
              <a:rPr lang="ja" sz="2700" b="1">
                <a:solidFill>
                  <a:srgbClr val="7F6000"/>
                </a:solidFill>
              </a:rPr>
              <a:t>　　　　　単独塾コース</a:t>
            </a:r>
            <a:r>
              <a:rPr lang="ja">
                <a:solidFill>
                  <a:srgbClr val="3F3F3F"/>
                </a:solidFill>
              </a:rPr>
              <a:t>　　     　　　　　</a:t>
            </a:r>
            <a:r>
              <a:rPr lang="ja"/>
              <a:t>　　　　　　　　　　</a:t>
            </a:r>
            <a:br>
              <a:rPr lang="ja"/>
            </a:br>
            <a:endParaRPr sz="1500"/>
          </a:p>
        </p:txBody>
      </p:sp>
      <p:sp>
        <p:nvSpPr>
          <p:cNvPr id="377" name="Google Shape;377;p45"/>
          <p:cNvSpPr/>
          <p:nvPr/>
        </p:nvSpPr>
        <p:spPr>
          <a:xfrm>
            <a:off x="5168727" y="3739435"/>
            <a:ext cx="3063300" cy="874500"/>
          </a:xfrm>
          <a:prstGeom prst="horizontalScroll">
            <a:avLst>
              <a:gd name="adj" fmla="val 12500"/>
            </a:avLst>
          </a:prstGeom>
          <a:solidFill>
            <a:schemeClr val="accent1"/>
          </a:solidFill>
          <a:ln w="25400" cap="flat" cmpd="sng">
            <a:solidFill>
              <a:srgbClr val="31538F"/>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None/>
            </a:pPr>
            <a:r>
              <a:rPr lang="ja" sz="1500" b="1">
                <a:solidFill>
                  <a:schemeClr val="lt1"/>
                </a:solidFill>
              </a:rPr>
              <a:t>各講座で発酵、菊芋の加工、野草、サバイバルを学ぶ</a:t>
            </a:r>
            <a:r>
              <a:rPr lang="ja" sz="1500" b="1" i="0" u="none" strike="noStrike" cap="none">
                <a:solidFill>
                  <a:schemeClr val="lt1"/>
                </a:solidFill>
                <a:latin typeface="Arial"/>
                <a:ea typeface="Arial"/>
                <a:cs typeface="Arial"/>
                <a:sym typeface="Arial"/>
              </a:rPr>
              <a:t>。</a:t>
            </a:r>
            <a:endParaRPr sz="1500" b="1" i="0" u="none" strike="noStrike" cap="none">
              <a:solidFill>
                <a:schemeClr val="lt1"/>
              </a:solidFill>
              <a:latin typeface="Arial"/>
              <a:ea typeface="Arial"/>
              <a:cs typeface="Arial"/>
              <a:sym typeface="Arial"/>
            </a:endParaRPr>
          </a:p>
        </p:txBody>
      </p:sp>
      <p:sp>
        <p:nvSpPr>
          <p:cNvPr id="378" name="Google Shape;378;p45"/>
          <p:cNvSpPr txBox="1"/>
          <p:nvPr/>
        </p:nvSpPr>
        <p:spPr>
          <a:xfrm>
            <a:off x="508600" y="1625925"/>
            <a:ext cx="4512600" cy="3087900"/>
          </a:xfrm>
          <a:prstGeom prst="rect">
            <a:avLst/>
          </a:prstGeom>
          <a:noFill/>
          <a:ln>
            <a:noFill/>
          </a:ln>
        </p:spPr>
        <p:txBody>
          <a:bodyPr spcFirstLastPara="1" wrap="square" lIns="68575" tIns="34275" rIns="68575" bIns="34275" anchor="t" anchorCtr="0">
            <a:normAutofit fontScale="62500" lnSpcReduction="20000"/>
          </a:bodyPr>
          <a:lstStyle/>
          <a:p>
            <a:pPr marL="0" lvl="0" indent="0" algn="l" rtl="0">
              <a:lnSpc>
                <a:spcPct val="150000"/>
              </a:lnSpc>
              <a:spcBef>
                <a:spcPts val="0"/>
              </a:spcBef>
              <a:spcAft>
                <a:spcPts val="0"/>
              </a:spcAft>
              <a:buClr>
                <a:schemeClr val="dk1"/>
              </a:buClr>
              <a:buSzPct val="100000"/>
              <a:buFont typeface="Arial"/>
              <a:buNone/>
            </a:pPr>
            <a:endParaRPr sz="2100" b="1">
              <a:solidFill>
                <a:srgbClr val="3F3F3F"/>
              </a:solidFill>
            </a:endParaRPr>
          </a:p>
          <a:p>
            <a:pPr marL="0" lvl="0" indent="0" algn="l" rtl="0">
              <a:lnSpc>
                <a:spcPct val="150000"/>
              </a:lnSpc>
              <a:spcBef>
                <a:spcPts val="0"/>
              </a:spcBef>
              <a:spcAft>
                <a:spcPts val="0"/>
              </a:spcAft>
              <a:buClr>
                <a:schemeClr val="dk1"/>
              </a:buClr>
              <a:buSzPct val="44473"/>
              <a:buFont typeface="Arial"/>
              <a:buNone/>
            </a:pPr>
            <a:r>
              <a:rPr lang="ja" sz="2242" b="1">
                <a:solidFill>
                  <a:srgbClr val="3F3F3F"/>
                </a:solidFill>
              </a:rPr>
              <a:t>・菊芋活用実践塾1泊2日　　4月</a:t>
            </a:r>
            <a:endParaRPr sz="2242" b="1">
              <a:solidFill>
                <a:srgbClr val="3F3F3F"/>
              </a:solidFill>
            </a:endParaRPr>
          </a:p>
          <a:p>
            <a:pPr marL="0" lvl="0" indent="0" algn="l" rtl="0">
              <a:lnSpc>
                <a:spcPct val="150000"/>
              </a:lnSpc>
              <a:spcBef>
                <a:spcPts val="0"/>
              </a:spcBef>
              <a:spcAft>
                <a:spcPts val="0"/>
              </a:spcAft>
              <a:buClr>
                <a:schemeClr val="dk1"/>
              </a:buClr>
              <a:buSzPct val="44473"/>
              <a:buFont typeface="Arial"/>
              <a:buNone/>
            </a:pPr>
            <a:endParaRPr sz="2242" b="1">
              <a:solidFill>
                <a:srgbClr val="3F3F3F"/>
              </a:solidFill>
            </a:endParaRPr>
          </a:p>
          <a:p>
            <a:pPr marL="0" lvl="0" indent="0" algn="l" rtl="0">
              <a:lnSpc>
                <a:spcPct val="150000"/>
              </a:lnSpc>
              <a:spcBef>
                <a:spcPts val="0"/>
              </a:spcBef>
              <a:spcAft>
                <a:spcPts val="0"/>
              </a:spcAft>
              <a:buClr>
                <a:schemeClr val="dk1"/>
              </a:buClr>
              <a:buSzPct val="44473"/>
              <a:buFont typeface="Arial"/>
              <a:buNone/>
            </a:pPr>
            <a:r>
              <a:rPr lang="ja" sz="2242" b="1">
                <a:solidFill>
                  <a:srgbClr val="3F3F3F"/>
                </a:solidFill>
              </a:rPr>
              <a:t>・野草を生活に落とし込み楽しむ会　1泊2日　6月</a:t>
            </a:r>
            <a:endParaRPr sz="2242" b="1">
              <a:solidFill>
                <a:srgbClr val="3F3F3F"/>
              </a:solidFill>
            </a:endParaRPr>
          </a:p>
          <a:p>
            <a:pPr marL="0" lvl="0" indent="0" algn="l" rtl="0">
              <a:lnSpc>
                <a:spcPct val="150000"/>
              </a:lnSpc>
              <a:spcBef>
                <a:spcPts val="0"/>
              </a:spcBef>
              <a:spcAft>
                <a:spcPts val="0"/>
              </a:spcAft>
              <a:buClr>
                <a:schemeClr val="dk1"/>
              </a:buClr>
              <a:buSzPct val="44473"/>
              <a:buFont typeface="Arial"/>
              <a:buNone/>
            </a:pPr>
            <a:r>
              <a:rPr lang="ja" sz="2242" b="1">
                <a:solidFill>
                  <a:srgbClr val="3F3F3F"/>
                </a:solidFill>
              </a:rPr>
              <a:t>　</a:t>
            </a:r>
            <a:endParaRPr sz="2242" b="1">
              <a:solidFill>
                <a:srgbClr val="3F3F3F"/>
              </a:solidFill>
            </a:endParaRPr>
          </a:p>
          <a:p>
            <a:pPr marL="0" lvl="0" indent="0" algn="l" rtl="0">
              <a:lnSpc>
                <a:spcPct val="150000"/>
              </a:lnSpc>
              <a:spcBef>
                <a:spcPts val="0"/>
              </a:spcBef>
              <a:spcAft>
                <a:spcPts val="0"/>
              </a:spcAft>
              <a:buClr>
                <a:schemeClr val="dk1"/>
              </a:buClr>
              <a:buSzPct val="44473"/>
              <a:buFont typeface="Arial"/>
              <a:buNone/>
            </a:pPr>
            <a:r>
              <a:rPr lang="ja" sz="2242" b="1">
                <a:solidFill>
                  <a:srgbClr val="3F3F3F"/>
                </a:solidFill>
              </a:rPr>
              <a:t>・アパッチ族のフルサバイバル体験　1泊2日　8月</a:t>
            </a:r>
            <a:endParaRPr sz="2242" b="1">
              <a:solidFill>
                <a:srgbClr val="3F3F3F"/>
              </a:solidFill>
            </a:endParaRPr>
          </a:p>
          <a:p>
            <a:pPr marL="0" lvl="0" indent="0" algn="l" rtl="0">
              <a:lnSpc>
                <a:spcPct val="150000"/>
              </a:lnSpc>
              <a:spcBef>
                <a:spcPts val="0"/>
              </a:spcBef>
              <a:spcAft>
                <a:spcPts val="0"/>
              </a:spcAft>
              <a:buClr>
                <a:schemeClr val="dk1"/>
              </a:buClr>
              <a:buSzPct val="44473"/>
              <a:buFont typeface="Arial"/>
              <a:buNone/>
            </a:pPr>
            <a:endParaRPr sz="2242" b="1">
              <a:solidFill>
                <a:srgbClr val="3F3F3F"/>
              </a:solidFill>
            </a:endParaRPr>
          </a:p>
          <a:p>
            <a:pPr marL="0" lvl="0" indent="0" algn="l" rtl="0">
              <a:lnSpc>
                <a:spcPct val="150000"/>
              </a:lnSpc>
              <a:spcBef>
                <a:spcPts val="0"/>
              </a:spcBef>
              <a:spcAft>
                <a:spcPts val="0"/>
              </a:spcAft>
              <a:buClr>
                <a:schemeClr val="dk1"/>
              </a:buClr>
              <a:buSzPct val="44473"/>
              <a:buFont typeface="Arial"/>
              <a:buNone/>
            </a:pPr>
            <a:r>
              <a:rPr lang="ja" sz="2242" b="1">
                <a:solidFill>
                  <a:srgbClr val="3F3F3F"/>
                </a:solidFill>
              </a:rPr>
              <a:t>・発酵実践塾　２泊３日　4月～10月　</a:t>
            </a:r>
            <a:endParaRPr sz="2242" b="1">
              <a:solidFill>
                <a:srgbClr val="3F3F3F"/>
              </a:solidFill>
            </a:endParaRPr>
          </a:p>
          <a:p>
            <a:pPr marL="0" lvl="0" indent="0" algn="l" rtl="0">
              <a:lnSpc>
                <a:spcPct val="150000"/>
              </a:lnSpc>
              <a:spcBef>
                <a:spcPts val="0"/>
              </a:spcBef>
              <a:spcAft>
                <a:spcPts val="0"/>
              </a:spcAft>
              <a:buClr>
                <a:schemeClr val="dk1"/>
              </a:buClr>
              <a:buSzPct val="73807"/>
              <a:buFont typeface="Arial"/>
              <a:buNone/>
            </a:pPr>
            <a:endParaRPr sz="1351" b="1">
              <a:solidFill>
                <a:srgbClr val="3F3F3F"/>
              </a:solidFill>
            </a:endParaRPr>
          </a:p>
          <a:p>
            <a:pPr marL="0" lvl="0" indent="0" algn="l" rtl="0">
              <a:lnSpc>
                <a:spcPct val="150000"/>
              </a:lnSpc>
              <a:spcBef>
                <a:spcPts val="0"/>
              </a:spcBef>
              <a:spcAft>
                <a:spcPts val="0"/>
              </a:spcAft>
              <a:buClr>
                <a:schemeClr val="dk1"/>
              </a:buClr>
              <a:buSzPct val="100000"/>
              <a:buFont typeface="Arial"/>
              <a:buNone/>
            </a:pPr>
            <a:endParaRPr sz="2100" b="1">
              <a:solidFill>
                <a:srgbClr val="3F3F3F"/>
              </a:solidFill>
            </a:endParaRPr>
          </a:p>
        </p:txBody>
      </p:sp>
      <p:sp>
        <p:nvSpPr>
          <p:cNvPr id="379" name="Google Shape;379;p45"/>
          <p:cNvSpPr txBox="1"/>
          <p:nvPr/>
        </p:nvSpPr>
        <p:spPr>
          <a:xfrm>
            <a:off x="4914025" y="1702698"/>
            <a:ext cx="3812100" cy="2198001"/>
          </a:xfrm>
          <a:prstGeom prst="rect">
            <a:avLst/>
          </a:prstGeom>
          <a:noFill/>
          <a:ln>
            <a:noFill/>
          </a:ln>
        </p:spPr>
        <p:txBody>
          <a:bodyPr spcFirstLastPara="1" wrap="square" lIns="68575" tIns="34275" rIns="68575" bIns="34275" anchor="t" anchorCtr="0">
            <a:normAutofit/>
          </a:bodyPr>
          <a:lstStyle/>
          <a:p>
            <a:pPr marL="0" lvl="0" indent="0" algn="l" rtl="0">
              <a:lnSpc>
                <a:spcPct val="150000"/>
              </a:lnSpc>
              <a:spcBef>
                <a:spcPts val="0"/>
              </a:spcBef>
              <a:spcAft>
                <a:spcPts val="0"/>
              </a:spcAft>
              <a:buClr>
                <a:schemeClr val="dk1"/>
              </a:buClr>
              <a:buSzPts val="2100"/>
              <a:buFont typeface="Arial"/>
              <a:buNone/>
            </a:pPr>
            <a:r>
              <a:rPr lang="ja" sz="2100" b="1">
                <a:solidFill>
                  <a:srgbClr val="C00000"/>
                </a:solidFill>
              </a:rPr>
              <a:t>【特別限定特典】</a:t>
            </a:r>
            <a:endParaRPr sz="1205">
              <a:solidFill>
                <a:schemeClr val="dk1"/>
              </a:solidFill>
            </a:endParaRPr>
          </a:p>
          <a:p>
            <a:pPr marL="0" lvl="0" indent="0" algn="l" rtl="0">
              <a:lnSpc>
                <a:spcPct val="130000"/>
              </a:lnSpc>
              <a:spcBef>
                <a:spcPts val="0"/>
              </a:spcBef>
              <a:spcAft>
                <a:spcPts val="0"/>
              </a:spcAft>
              <a:buClr>
                <a:schemeClr val="dk1"/>
              </a:buClr>
              <a:buSzPts val="1155"/>
              <a:buFont typeface="Arial"/>
              <a:buNone/>
            </a:pPr>
            <a:r>
              <a:rPr lang="ja" sz="1754" b="1">
                <a:solidFill>
                  <a:srgbClr val="C00000"/>
                </a:solidFill>
              </a:rPr>
              <a:t>・ラインフォロー無期限</a:t>
            </a:r>
            <a:endParaRPr sz="1754" b="1">
              <a:solidFill>
                <a:srgbClr val="C00000"/>
              </a:solidFill>
            </a:endParaRPr>
          </a:p>
          <a:p>
            <a:pPr marL="0" lvl="0" indent="0" algn="l" rtl="0">
              <a:lnSpc>
                <a:spcPct val="130000"/>
              </a:lnSpc>
              <a:spcBef>
                <a:spcPts val="0"/>
              </a:spcBef>
              <a:spcAft>
                <a:spcPts val="0"/>
              </a:spcAft>
              <a:buClr>
                <a:schemeClr val="dk1"/>
              </a:buClr>
              <a:buSzPts val="1155"/>
              <a:buFont typeface="Arial"/>
              <a:buNone/>
            </a:pPr>
            <a:r>
              <a:rPr lang="ja" sz="1754" b="1">
                <a:solidFill>
                  <a:srgbClr val="C00000"/>
                </a:solidFill>
              </a:rPr>
              <a:t>・リアルいつでも圃場見学無期限</a:t>
            </a:r>
            <a:endParaRPr sz="1754" b="1">
              <a:solidFill>
                <a:srgbClr val="C00000"/>
              </a:solidFill>
            </a:endParaRPr>
          </a:p>
          <a:p>
            <a:pPr marL="0" lvl="0" indent="0" algn="l" rtl="0">
              <a:lnSpc>
                <a:spcPct val="130000"/>
              </a:lnSpc>
              <a:spcBef>
                <a:spcPts val="0"/>
              </a:spcBef>
              <a:spcAft>
                <a:spcPts val="0"/>
              </a:spcAft>
              <a:buClr>
                <a:schemeClr val="dk1"/>
              </a:buClr>
              <a:buSzPts val="1155"/>
              <a:buFont typeface="Arial"/>
              <a:buNone/>
            </a:pPr>
            <a:r>
              <a:rPr lang="ja" sz="1754" b="1">
                <a:solidFill>
                  <a:srgbClr val="C00000"/>
                </a:solidFill>
              </a:rPr>
              <a:t>・限定FBグループ</a:t>
            </a:r>
            <a:endParaRPr sz="2100" b="1">
              <a:solidFill>
                <a:srgbClr val="C00000"/>
              </a:solidFill>
            </a:endParaRPr>
          </a:p>
          <a:p>
            <a:pPr marL="0" marR="0" lvl="0" indent="0" algn="l" rtl="0">
              <a:lnSpc>
                <a:spcPct val="150000"/>
              </a:lnSpc>
              <a:spcBef>
                <a:spcPts val="0"/>
              </a:spcBef>
              <a:spcAft>
                <a:spcPts val="0"/>
              </a:spcAft>
              <a:buClr>
                <a:srgbClr val="000000"/>
              </a:buClr>
              <a:buSzPts val="2100"/>
              <a:buFont typeface="Arial"/>
              <a:buNone/>
            </a:pPr>
            <a:endParaRPr sz="2100" b="1" i="0" u="none" strike="noStrike" cap="none">
              <a:solidFill>
                <a:srgbClr val="3F3F3F"/>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pic>
        <p:nvPicPr>
          <p:cNvPr id="426" name="Google Shape;426;p49"/>
          <p:cNvPicPr preferRelativeResize="0"/>
          <p:nvPr/>
        </p:nvPicPr>
        <p:blipFill rotWithShape="1">
          <a:blip r:embed="rId3">
            <a:alphaModFix/>
          </a:blip>
          <a:srcRect/>
          <a:stretch/>
        </p:blipFill>
        <p:spPr>
          <a:xfrm>
            <a:off x="66675" y="0"/>
            <a:ext cx="9077325" cy="5143500"/>
          </a:xfrm>
          <a:prstGeom prst="rect">
            <a:avLst/>
          </a:prstGeom>
          <a:noFill/>
          <a:ln>
            <a:noFill/>
          </a:ln>
        </p:spPr>
      </p:pic>
      <p:sp>
        <p:nvSpPr>
          <p:cNvPr id="427" name="Google Shape;427;p49"/>
          <p:cNvSpPr/>
          <p:nvPr/>
        </p:nvSpPr>
        <p:spPr>
          <a:xfrm>
            <a:off x="614365" y="2095745"/>
            <a:ext cx="7981800" cy="1133100"/>
          </a:xfrm>
          <a:prstGeom prst="roundRect">
            <a:avLst>
              <a:gd name="adj" fmla="val 16667"/>
            </a:avLst>
          </a:prstGeom>
          <a:solidFill>
            <a:srgbClr val="B3C6E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100" b="0" i="0" u="none" strike="noStrike" cap="none">
              <a:solidFill>
                <a:srgbClr val="D8E2F3"/>
              </a:solidFill>
              <a:latin typeface="Arial"/>
              <a:ea typeface="Arial"/>
              <a:cs typeface="Arial"/>
              <a:sym typeface="Arial"/>
            </a:endParaRPr>
          </a:p>
        </p:txBody>
      </p:sp>
      <p:sp>
        <p:nvSpPr>
          <p:cNvPr id="428" name="Google Shape;428;p49"/>
          <p:cNvSpPr/>
          <p:nvPr/>
        </p:nvSpPr>
        <p:spPr>
          <a:xfrm>
            <a:off x="614361" y="3338571"/>
            <a:ext cx="7981800" cy="1109700"/>
          </a:xfrm>
          <a:prstGeom prst="roundRect">
            <a:avLst>
              <a:gd name="adj" fmla="val 16667"/>
            </a:avLst>
          </a:prstGeom>
          <a:solidFill>
            <a:srgbClr val="D8E2F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100" b="0" i="0" u="none" strike="noStrike" cap="none">
              <a:solidFill>
                <a:srgbClr val="D8E2F3"/>
              </a:solidFill>
              <a:latin typeface="Arial"/>
              <a:ea typeface="Arial"/>
              <a:cs typeface="Arial"/>
              <a:sym typeface="Arial"/>
            </a:endParaRPr>
          </a:p>
        </p:txBody>
      </p:sp>
      <p:sp>
        <p:nvSpPr>
          <p:cNvPr id="429" name="Google Shape;429;p49"/>
          <p:cNvSpPr/>
          <p:nvPr/>
        </p:nvSpPr>
        <p:spPr>
          <a:xfrm>
            <a:off x="614361" y="768858"/>
            <a:ext cx="7981800" cy="1187700"/>
          </a:xfrm>
          <a:prstGeom prst="roundRect">
            <a:avLst>
              <a:gd name="adj" fmla="val 16667"/>
            </a:avLst>
          </a:prstGeom>
          <a:solidFill>
            <a:srgbClr val="8DA9D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100" b="0" i="0" u="none" strike="noStrike" cap="none">
              <a:solidFill>
                <a:schemeClr val="lt1"/>
              </a:solidFill>
              <a:latin typeface="Arial"/>
              <a:ea typeface="Arial"/>
              <a:cs typeface="Arial"/>
              <a:sym typeface="Arial"/>
            </a:endParaRPr>
          </a:p>
        </p:txBody>
      </p:sp>
      <p:sp>
        <p:nvSpPr>
          <p:cNvPr id="430" name="Google Shape;430;p49"/>
          <p:cNvSpPr txBox="1">
            <a:spLocks noGrp="1"/>
          </p:cNvSpPr>
          <p:nvPr>
            <p:ph type="ctrTitle"/>
          </p:nvPr>
        </p:nvSpPr>
        <p:spPr>
          <a:xfrm>
            <a:off x="1143000" y="289232"/>
            <a:ext cx="6858000" cy="424500"/>
          </a:xfrm>
          <a:prstGeom prst="rect">
            <a:avLst/>
          </a:prstGeom>
          <a:noFill/>
          <a:ln>
            <a:noFill/>
          </a:ln>
        </p:spPr>
        <p:txBody>
          <a:bodyPr spcFirstLastPara="1" wrap="square" lIns="68575" tIns="34275" rIns="68575" bIns="34275" anchor="ctr" anchorCtr="0">
            <a:normAutofit fontScale="90000"/>
          </a:bodyPr>
          <a:lstStyle/>
          <a:p>
            <a:pPr marL="0" lvl="0" indent="0" algn="ctr" rtl="0">
              <a:lnSpc>
                <a:spcPct val="90000"/>
              </a:lnSpc>
              <a:spcBef>
                <a:spcPts val="0"/>
              </a:spcBef>
              <a:spcAft>
                <a:spcPts val="0"/>
              </a:spcAft>
              <a:buClr>
                <a:schemeClr val="dk1"/>
              </a:buClr>
              <a:buSzPct val="185185"/>
              <a:buFont typeface="Calibri"/>
              <a:buNone/>
            </a:pPr>
            <a:r>
              <a:rPr lang="ja" sz="2700" b="1" dirty="0">
                <a:solidFill>
                  <a:srgbClr val="3F3F3F"/>
                </a:solidFill>
              </a:rPr>
              <a:t>単独塾</a:t>
            </a:r>
            <a:r>
              <a:rPr lang="ja" sz="2700" b="1" dirty="0">
                <a:solidFill>
                  <a:srgbClr val="3F3F3F"/>
                </a:solidFill>
                <a:latin typeface="Arial"/>
                <a:ea typeface="Arial"/>
                <a:cs typeface="Arial"/>
                <a:sym typeface="Arial"/>
              </a:rPr>
              <a:t>価格のご紹介</a:t>
            </a:r>
            <a:endParaRPr dirty="0"/>
          </a:p>
        </p:txBody>
      </p:sp>
      <p:sp>
        <p:nvSpPr>
          <p:cNvPr id="431" name="Google Shape;431;p49"/>
          <p:cNvSpPr txBox="1">
            <a:spLocks noGrp="1"/>
          </p:cNvSpPr>
          <p:nvPr>
            <p:ph type="subTitle" idx="1"/>
          </p:nvPr>
        </p:nvSpPr>
        <p:spPr>
          <a:xfrm>
            <a:off x="479261" y="617178"/>
            <a:ext cx="2740189" cy="745530"/>
          </a:xfrm>
          <a:prstGeom prst="rect">
            <a:avLst/>
          </a:prstGeom>
          <a:noFill/>
          <a:ln>
            <a:noFill/>
          </a:ln>
        </p:spPr>
        <p:txBody>
          <a:bodyPr spcFirstLastPara="1" wrap="square" lIns="68575" tIns="34275" rIns="68575" bIns="34275" anchor="t" anchorCtr="0">
            <a:noAutofit/>
          </a:bodyPr>
          <a:lstStyle/>
          <a:p>
            <a:pPr marL="342900" lvl="0" indent="-304800" algn="l" rtl="0">
              <a:lnSpc>
                <a:spcPct val="90000"/>
              </a:lnSpc>
              <a:spcBef>
                <a:spcPts val="800"/>
              </a:spcBef>
              <a:spcAft>
                <a:spcPts val="0"/>
              </a:spcAft>
              <a:buSzPts val="1800"/>
              <a:buNone/>
            </a:pPr>
            <a:r>
              <a:rPr lang="ja" sz="2100" b="1" dirty="0">
                <a:solidFill>
                  <a:srgbClr val="FF0000"/>
                </a:solidFill>
              </a:rPr>
              <a:t>　　発酵実践塾</a:t>
            </a:r>
            <a:r>
              <a:rPr lang="ja" dirty="0">
                <a:solidFill>
                  <a:srgbClr val="3F3F3F"/>
                </a:solidFill>
              </a:rPr>
              <a:t>　　     　　　　　</a:t>
            </a:r>
            <a:r>
              <a:rPr lang="ja" dirty="0"/>
              <a:t>　　　　　　　　　　</a:t>
            </a:r>
            <a:br>
              <a:rPr lang="ja" dirty="0"/>
            </a:br>
            <a:endParaRPr sz="1500" dirty="0"/>
          </a:p>
        </p:txBody>
      </p:sp>
      <p:sp>
        <p:nvSpPr>
          <p:cNvPr id="432" name="Google Shape;432;p49"/>
          <p:cNvSpPr txBox="1"/>
          <p:nvPr/>
        </p:nvSpPr>
        <p:spPr>
          <a:xfrm>
            <a:off x="988298" y="4533131"/>
            <a:ext cx="7364100" cy="291000"/>
          </a:xfrm>
          <a:prstGeom prst="rect">
            <a:avLst/>
          </a:prstGeom>
          <a:noFill/>
          <a:ln>
            <a:noFill/>
          </a:ln>
        </p:spPr>
        <p:txBody>
          <a:bodyPr spcFirstLastPara="1" wrap="square" lIns="68575" tIns="34275" rIns="68575" bIns="34275" anchor="t" anchorCtr="0">
            <a:noAutofit/>
          </a:bodyPr>
          <a:lstStyle/>
          <a:p>
            <a:pPr marL="0" marR="0" lvl="0" indent="0" algn="l" rtl="0">
              <a:lnSpc>
                <a:spcPct val="70000"/>
              </a:lnSpc>
              <a:spcBef>
                <a:spcPts val="0"/>
              </a:spcBef>
              <a:spcAft>
                <a:spcPts val="0"/>
              </a:spcAft>
              <a:buClr>
                <a:srgbClr val="000000"/>
              </a:buClr>
              <a:buSzPts val="1100"/>
              <a:buFont typeface="Arial"/>
              <a:buNone/>
            </a:pPr>
            <a:r>
              <a:rPr lang="ja" sz="1100" b="0" i="0" u="none" strike="noStrike" cap="none">
                <a:solidFill>
                  <a:schemeClr val="dk1"/>
                </a:solidFill>
                <a:latin typeface="Arial"/>
                <a:ea typeface="Arial"/>
                <a:cs typeface="Arial"/>
                <a:sym typeface="Arial"/>
              </a:rPr>
              <a:t>※お支払い方法は銀行一括振り込み・クレジット払いになります。</a:t>
            </a:r>
            <a:endParaRPr sz="1100" b="0" i="0" u="none" strike="noStrike" cap="none">
              <a:solidFill>
                <a:schemeClr val="dk1"/>
              </a:solidFill>
              <a:latin typeface="Arial"/>
              <a:ea typeface="Arial"/>
              <a:cs typeface="Arial"/>
              <a:sym typeface="Arial"/>
            </a:endParaRPr>
          </a:p>
          <a:p>
            <a:pPr marL="0" marR="0" lvl="0" indent="0" algn="l" rtl="0">
              <a:lnSpc>
                <a:spcPct val="70000"/>
              </a:lnSpc>
              <a:spcBef>
                <a:spcPts val="800"/>
              </a:spcBef>
              <a:spcAft>
                <a:spcPts val="0"/>
              </a:spcAft>
              <a:buClr>
                <a:srgbClr val="000000"/>
              </a:buClr>
              <a:buSzPts val="1100"/>
              <a:buFont typeface="Arial"/>
              <a:buNone/>
            </a:pPr>
            <a:r>
              <a:rPr lang="ja" sz="1100" b="0" i="0" u="none" strike="noStrike" cap="none">
                <a:solidFill>
                  <a:schemeClr val="dk1"/>
                </a:solidFill>
                <a:latin typeface="Arial"/>
                <a:ea typeface="Arial"/>
                <a:cs typeface="Arial"/>
                <a:sym typeface="Arial"/>
              </a:rPr>
              <a:t>（分割・クレジット一括の場合、5%のお手数料をいただきます。）</a:t>
            </a:r>
            <a:endParaRPr sz="1100" b="0" i="0" u="none" strike="noStrike" cap="none">
              <a:solidFill>
                <a:schemeClr val="dk1"/>
              </a:solidFill>
              <a:latin typeface="Arial"/>
              <a:ea typeface="Arial"/>
              <a:cs typeface="Arial"/>
              <a:sym typeface="Arial"/>
            </a:endParaRPr>
          </a:p>
        </p:txBody>
      </p:sp>
      <p:sp>
        <p:nvSpPr>
          <p:cNvPr id="433" name="Google Shape;433;p49"/>
          <p:cNvSpPr txBox="1"/>
          <p:nvPr/>
        </p:nvSpPr>
        <p:spPr>
          <a:xfrm>
            <a:off x="4768849" y="1009656"/>
            <a:ext cx="3962411" cy="774177"/>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Clr>
                <a:srgbClr val="000000"/>
              </a:buClr>
              <a:buSzPts val="2100"/>
              <a:buFont typeface="Arial"/>
              <a:buNone/>
            </a:pPr>
            <a:r>
              <a:rPr lang="ja" sz="2100" b="1" i="0" u="none" strike="noStrike" cap="none" dirty="0">
                <a:solidFill>
                  <a:srgbClr val="C00000"/>
                </a:solidFill>
                <a:latin typeface="Arial"/>
                <a:ea typeface="Arial"/>
                <a:cs typeface="Arial"/>
                <a:sym typeface="Arial"/>
              </a:rPr>
              <a:t>1</a:t>
            </a:r>
            <a:r>
              <a:rPr lang="ja" sz="2100" b="1" dirty="0">
                <a:solidFill>
                  <a:srgbClr val="C00000"/>
                </a:solidFill>
              </a:rPr>
              <a:t>1</a:t>
            </a:r>
            <a:r>
              <a:rPr lang="ja" sz="2100" b="1" i="0" u="none" strike="noStrike" cap="none" dirty="0">
                <a:solidFill>
                  <a:srgbClr val="C00000"/>
                </a:solidFill>
                <a:latin typeface="Arial"/>
                <a:ea typeface="Arial"/>
                <a:cs typeface="Arial"/>
                <a:sym typeface="Arial"/>
              </a:rPr>
              <a:t>万円（</a:t>
            </a:r>
            <a:r>
              <a:rPr lang="ja-JP" altLang="en-US" sz="2100" b="1" i="0" u="none" strike="noStrike" cap="none" dirty="0">
                <a:solidFill>
                  <a:srgbClr val="C00000"/>
                </a:solidFill>
                <a:latin typeface="Arial"/>
                <a:ea typeface="Arial"/>
                <a:cs typeface="Arial"/>
                <a:sym typeface="Arial"/>
              </a:rPr>
              <a:t>宿泊なし</a:t>
            </a:r>
            <a:r>
              <a:rPr lang="ja" sz="2100" b="1" i="0" u="none" strike="noStrike" cap="none" dirty="0">
                <a:solidFill>
                  <a:srgbClr val="C00000"/>
                </a:solidFill>
                <a:latin typeface="Arial"/>
                <a:ea typeface="Arial"/>
                <a:cs typeface="Arial"/>
                <a:sym typeface="Arial"/>
              </a:rPr>
              <a:t>税込）</a:t>
            </a:r>
            <a:endParaRPr lang="en-US" altLang="ja" sz="2100" b="1" i="0" u="none" strike="noStrike" cap="none" dirty="0">
              <a:solidFill>
                <a:srgbClr val="C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100"/>
              <a:buFont typeface="Arial"/>
              <a:buNone/>
            </a:pPr>
            <a:r>
              <a:rPr lang="ja-JP" altLang="en-US" sz="1800" b="0" i="0" u="none" strike="noStrike" cap="none" dirty="0">
                <a:solidFill>
                  <a:schemeClr val="dk1"/>
                </a:solidFill>
                <a:latin typeface="Arial"/>
                <a:ea typeface="Arial"/>
                <a:cs typeface="Arial"/>
                <a:sym typeface="Arial"/>
              </a:rPr>
              <a:t>宿泊あり</a:t>
            </a:r>
            <a:r>
              <a:rPr lang="en-US" altLang="ja-JP" sz="1800" b="0" i="0" u="none" strike="noStrike" cap="none" dirty="0">
                <a:solidFill>
                  <a:schemeClr val="dk1"/>
                </a:solidFill>
                <a:latin typeface="Arial"/>
                <a:ea typeface="Arial"/>
                <a:cs typeface="Arial"/>
                <a:sym typeface="Arial"/>
              </a:rPr>
              <a:t>124300</a:t>
            </a:r>
            <a:r>
              <a:rPr lang="ja-JP" altLang="en-US" sz="1800" b="0" i="0" u="none" strike="noStrike" cap="none" dirty="0">
                <a:solidFill>
                  <a:schemeClr val="tx1"/>
                </a:solidFill>
                <a:latin typeface="Arial"/>
                <a:ea typeface="Arial"/>
                <a:cs typeface="Arial"/>
                <a:sym typeface="Arial"/>
              </a:rPr>
              <a:t>円</a:t>
            </a:r>
            <a:r>
              <a:rPr lang="ja-JP" altLang="en-US" sz="1800" b="0" i="0" u="none" strike="noStrike" cap="none" dirty="0">
                <a:solidFill>
                  <a:srgbClr val="C00000"/>
                </a:solidFill>
                <a:latin typeface="Arial"/>
                <a:ea typeface="Arial"/>
                <a:cs typeface="Arial"/>
                <a:sym typeface="Arial"/>
              </a:rPr>
              <a:t>（税込み）</a:t>
            </a:r>
            <a:r>
              <a:rPr lang="ja" sz="1800" b="0" i="0" u="none" strike="noStrike" cap="none" dirty="0">
                <a:solidFill>
                  <a:srgbClr val="C00000"/>
                </a:solidFill>
                <a:latin typeface="Arial"/>
                <a:ea typeface="Arial"/>
                <a:cs typeface="Arial"/>
                <a:sym typeface="Arial"/>
              </a:rPr>
              <a:t>　　　　　　　　</a:t>
            </a:r>
            <a:r>
              <a:rPr lang="ja" sz="1800" b="0" i="0" u="none" strike="noStrike" cap="none" dirty="0">
                <a:solidFill>
                  <a:schemeClr val="dk1"/>
                </a:solidFill>
                <a:latin typeface="Arial"/>
                <a:ea typeface="Arial"/>
                <a:cs typeface="Arial"/>
                <a:sym typeface="Arial"/>
              </a:rPr>
              <a:t>　　</a:t>
            </a:r>
            <a:br>
              <a:rPr lang="ja" sz="1800" b="0" i="0" u="none" strike="noStrike" cap="none" dirty="0">
                <a:solidFill>
                  <a:schemeClr val="dk1"/>
                </a:solidFill>
                <a:latin typeface="Arial"/>
                <a:ea typeface="Arial"/>
                <a:cs typeface="Arial"/>
                <a:sym typeface="Arial"/>
              </a:rPr>
            </a:br>
            <a:endParaRPr sz="1500" b="0" i="0" u="none" strike="noStrike" cap="none" dirty="0">
              <a:solidFill>
                <a:schemeClr val="dk1"/>
              </a:solidFill>
              <a:latin typeface="Arial"/>
              <a:ea typeface="Arial"/>
              <a:cs typeface="Arial"/>
              <a:sym typeface="Arial"/>
            </a:endParaRPr>
          </a:p>
        </p:txBody>
      </p:sp>
      <p:sp>
        <p:nvSpPr>
          <p:cNvPr id="434" name="Google Shape;434;p49"/>
          <p:cNvSpPr txBox="1"/>
          <p:nvPr/>
        </p:nvSpPr>
        <p:spPr>
          <a:xfrm>
            <a:off x="988300" y="2144073"/>
            <a:ext cx="2764200" cy="3723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Clr>
                <a:srgbClr val="000000"/>
              </a:buClr>
              <a:buSzPts val="2100"/>
              <a:buFont typeface="Arial"/>
              <a:buNone/>
            </a:pPr>
            <a:r>
              <a:rPr lang="ja" sz="2100" b="1">
                <a:solidFill>
                  <a:srgbClr val="FF0000"/>
                </a:solidFill>
              </a:rPr>
              <a:t>菊芋活用実践塾</a:t>
            </a:r>
            <a:r>
              <a:rPr lang="ja" sz="1800" b="0" i="0" u="none" strike="noStrike" cap="none">
                <a:solidFill>
                  <a:srgbClr val="3F3F3F"/>
                </a:solidFill>
                <a:latin typeface="Arial"/>
                <a:ea typeface="Arial"/>
                <a:cs typeface="Arial"/>
                <a:sym typeface="Arial"/>
              </a:rPr>
              <a:t>　　     　　　　　</a:t>
            </a:r>
            <a:r>
              <a:rPr lang="ja" sz="1800" b="0" i="0" u="none" strike="noStrike" cap="none">
                <a:solidFill>
                  <a:schemeClr val="dk1"/>
                </a:solidFill>
                <a:latin typeface="Arial"/>
                <a:ea typeface="Arial"/>
                <a:cs typeface="Arial"/>
                <a:sym typeface="Arial"/>
              </a:rPr>
              <a:t>　　　　　　　　　　</a:t>
            </a:r>
            <a:br>
              <a:rPr lang="ja" sz="1800" b="0" i="0" u="none" strike="noStrike" cap="none">
                <a:solidFill>
                  <a:schemeClr val="dk1"/>
                </a:solidFill>
                <a:latin typeface="Arial"/>
                <a:ea typeface="Arial"/>
                <a:cs typeface="Arial"/>
                <a:sym typeface="Arial"/>
              </a:rPr>
            </a:br>
            <a:endParaRPr sz="1500" b="0" i="0" u="none" strike="noStrike" cap="none">
              <a:solidFill>
                <a:schemeClr val="dk1"/>
              </a:solidFill>
              <a:latin typeface="Arial"/>
              <a:ea typeface="Arial"/>
              <a:cs typeface="Arial"/>
              <a:sym typeface="Arial"/>
            </a:endParaRPr>
          </a:p>
        </p:txBody>
      </p:sp>
      <p:sp>
        <p:nvSpPr>
          <p:cNvPr id="435" name="Google Shape;435;p49"/>
          <p:cNvSpPr txBox="1"/>
          <p:nvPr/>
        </p:nvSpPr>
        <p:spPr>
          <a:xfrm>
            <a:off x="988298" y="3361898"/>
            <a:ext cx="2764200" cy="3723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Clr>
                <a:srgbClr val="000000"/>
              </a:buClr>
              <a:buSzPts val="2100"/>
              <a:buFont typeface="Arial"/>
              <a:buNone/>
            </a:pPr>
            <a:r>
              <a:rPr lang="ja" sz="1800">
                <a:solidFill>
                  <a:srgbClr val="FF0000"/>
                </a:solidFill>
              </a:rPr>
              <a:t>野草を生活に落とし込み楽しむ会</a:t>
            </a:r>
            <a:r>
              <a:rPr lang="ja" sz="1800" b="0" i="0" u="none" strike="noStrike" cap="none">
                <a:solidFill>
                  <a:srgbClr val="FF0000"/>
                </a:solidFill>
                <a:latin typeface="Arial"/>
                <a:ea typeface="Arial"/>
                <a:cs typeface="Arial"/>
                <a:sym typeface="Arial"/>
              </a:rPr>
              <a:t>　　　　　</a:t>
            </a:r>
            <a:br>
              <a:rPr lang="ja" sz="1800" b="0" i="0" u="none" strike="noStrike" cap="none">
                <a:solidFill>
                  <a:srgbClr val="FF0000"/>
                </a:solidFill>
                <a:latin typeface="Arial"/>
                <a:ea typeface="Arial"/>
                <a:cs typeface="Arial"/>
                <a:sym typeface="Arial"/>
              </a:rPr>
            </a:br>
            <a:endParaRPr sz="1500" b="0" i="0" u="none" strike="noStrike" cap="none">
              <a:solidFill>
                <a:srgbClr val="FF0000"/>
              </a:solidFill>
              <a:latin typeface="Arial"/>
              <a:ea typeface="Arial"/>
              <a:cs typeface="Arial"/>
              <a:sym typeface="Arial"/>
            </a:endParaRPr>
          </a:p>
        </p:txBody>
      </p:sp>
      <p:sp>
        <p:nvSpPr>
          <p:cNvPr id="436" name="Google Shape;436;p49"/>
          <p:cNvSpPr txBox="1"/>
          <p:nvPr/>
        </p:nvSpPr>
        <p:spPr>
          <a:xfrm>
            <a:off x="4776849" y="2363615"/>
            <a:ext cx="3962411" cy="5361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Clr>
                <a:srgbClr val="000000"/>
              </a:buClr>
              <a:buSzPts val="2100"/>
              <a:buFont typeface="Arial"/>
              <a:buNone/>
            </a:pPr>
            <a:r>
              <a:rPr lang="ja" sz="2100" b="1" dirty="0">
                <a:solidFill>
                  <a:srgbClr val="C00000"/>
                </a:solidFill>
              </a:rPr>
              <a:t>７</a:t>
            </a:r>
            <a:r>
              <a:rPr lang="ja" sz="2100" b="1" i="0" u="none" strike="noStrike" cap="none" dirty="0">
                <a:solidFill>
                  <a:srgbClr val="C00000"/>
                </a:solidFill>
                <a:latin typeface="Arial"/>
                <a:ea typeface="Arial"/>
                <a:cs typeface="Arial"/>
                <a:sym typeface="Arial"/>
              </a:rPr>
              <a:t>万円（</a:t>
            </a:r>
            <a:r>
              <a:rPr lang="ja-JP" altLang="en-US" sz="2100" b="1" i="0" u="none" strike="noStrike" cap="none" dirty="0">
                <a:solidFill>
                  <a:srgbClr val="C00000"/>
                </a:solidFill>
                <a:latin typeface="Arial"/>
                <a:ea typeface="Arial"/>
                <a:cs typeface="Arial"/>
                <a:sym typeface="Arial"/>
              </a:rPr>
              <a:t>宿泊なし</a:t>
            </a:r>
            <a:r>
              <a:rPr lang="ja" sz="2100" b="1" i="0" u="none" strike="noStrike" cap="none" dirty="0">
                <a:solidFill>
                  <a:srgbClr val="C00000"/>
                </a:solidFill>
                <a:latin typeface="Arial"/>
                <a:ea typeface="Arial"/>
                <a:cs typeface="Arial"/>
                <a:sym typeface="Arial"/>
              </a:rPr>
              <a:t>税込）</a:t>
            </a:r>
            <a:r>
              <a:rPr lang="ja" sz="1800" b="0" i="0" u="none" strike="noStrike" cap="none" dirty="0">
                <a:solidFill>
                  <a:schemeClr val="dk1"/>
                </a:solidFill>
                <a:latin typeface="Arial"/>
                <a:ea typeface="Arial"/>
                <a:cs typeface="Arial"/>
                <a:sym typeface="Arial"/>
              </a:rPr>
              <a:t>　　　　　　　　　　</a:t>
            </a:r>
            <a:br>
              <a:rPr lang="ja" sz="1800" b="0" i="0" u="none" strike="noStrike" cap="none" dirty="0">
                <a:solidFill>
                  <a:schemeClr val="dk1"/>
                </a:solidFill>
                <a:latin typeface="Arial"/>
                <a:ea typeface="Arial"/>
                <a:cs typeface="Arial"/>
                <a:sym typeface="Arial"/>
              </a:rPr>
            </a:br>
            <a:r>
              <a:rPr lang="ja-JP" altLang="en-US" sz="1800" b="0" i="0" u="none" strike="noStrike" cap="none" dirty="0">
                <a:solidFill>
                  <a:schemeClr val="dk1"/>
                </a:solidFill>
                <a:latin typeface="Arial"/>
                <a:ea typeface="Arial"/>
                <a:cs typeface="Arial"/>
                <a:sym typeface="Arial"/>
              </a:rPr>
              <a:t>宿泊あり</a:t>
            </a:r>
            <a:r>
              <a:rPr lang="en-US" altLang="ja-JP" sz="1800" b="0" i="0" u="none" strike="noStrike" cap="none" dirty="0">
                <a:solidFill>
                  <a:schemeClr val="dk1"/>
                </a:solidFill>
                <a:latin typeface="Arial"/>
                <a:ea typeface="Arial"/>
                <a:cs typeface="Arial"/>
                <a:sym typeface="Arial"/>
              </a:rPr>
              <a:t>84150</a:t>
            </a:r>
            <a:r>
              <a:rPr lang="ja-JP" altLang="en-US" sz="1800" b="0" i="0" u="none" strike="noStrike" cap="none" dirty="0">
                <a:solidFill>
                  <a:schemeClr val="tx1"/>
                </a:solidFill>
                <a:latin typeface="Arial"/>
                <a:ea typeface="Arial"/>
                <a:cs typeface="Arial"/>
                <a:sym typeface="Arial"/>
              </a:rPr>
              <a:t>円</a:t>
            </a:r>
            <a:r>
              <a:rPr lang="ja-JP" altLang="en-US" sz="1800" b="0" i="0" u="none" strike="noStrike" cap="none" dirty="0">
                <a:solidFill>
                  <a:srgbClr val="C00000"/>
                </a:solidFill>
                <a:latin typeface="Arial"/>
                <a:ea typeface="Arial"/>
                <a:cs typeface="Arial"/>
                <a:sym typeface="Arial"/>
              </a:rPr>
              <a:t>（税込み）</a:t>
            </a:r>
            <a:endParaRPr sz="1500" b="0" i="0" u="none" strike="noStrike" cap="none" dirty="0">
              <a:solidFill>
                <a:srgbClr val="C00000"/>
              </a:solidFill>
              <a:latin typeface="Arial"/>
              <a:ea typeface="Arial"/>
              <a:cs typeface="Arial"/>
              <a:sym typeface="Arial"/>
            </a:endParaRPr>
          </a:p>
        </p:txBody>
      </p:sp>
      <p:sp>
        <p:nvSpPr>
          <p:cNvPr id="437" name="Google Shape;437;p49"/>
          <p:cNvSpPr txBox="1"/>
          <p:nvPr/>
        </p:nvSpPr>
        <p:spPr>
          <a:xfrm>
            <a:off x="4919600" y="3677662"/>
            <a:ext cx="3811660" cy="5361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Clr>
                <a:srgbClr val="000000"/>
              </a:buClr>
              <a:buSzPts val="2100"/>
              <a:buFont typeface="Arial"/>
              <a:buNone/>
            </a:pPr>
            <a:r>
              <a:rPr lang="ja" sz="2100" b="1" dirty="0">
                <a:solidFill>
                  <a:srgbClr val="C00000"/>
                </a:solidFill>
              </a:rPr>
              <a:t>1,8</a:t>
            </a:r>
            <a:r>
              <a:rPr lang="ja" sz="2100" b="1" i="0" u="none" strike="noStrike" cap="none" dirty="0">
                <a:solidFill>
                  <a:srgbClr val="C00000"/>
                </a:solidFill>
                <a:latin typeface="Arial"/>
                <a:ea typeface="Arial"/>
                <a:cs typeface="Arial"/>
                <a:sym typeface="Arial"/>
              </a:rPr>
              <a:t>万円（税込）</a:t>
            </a:r>
            <a:r>
              <a:rPr lang="ja" sz="1800" b="0" i="0" u="none" strike="noStrike" cap="none" dirty="0">
                <a:solidFill>
                  <a:schemeClr val="dk1"/>
                </a:solidFill>
                <a:latin typeface="Arial"/>
                <a:ea typeface="Arial"/>
                <a:cs typeface="Arial"/>
                <a:sym typeface="Arial"/>
              </a:rPr>
              <a:t>　　　　　　　　　　</a:t>
            </a:r>
            <a:br>
              <a:rPr lang="ja" sz="1800" b="0" i="0" u="none" strike="noStrike" cap="none" dirty="0">
                <a:solidFill>
                  <a:schemeClr val="dk1"/>
                </a:solidFill>
                <a:latin typeface="Arial"/>
                <a:ea typeface="Arial"/>
                <a:cs typeface="Arial"/>
                <a:sym typeface="Arial"/>
              </a:rPr>
            </a:br>
            <a:r>
              <a:rPr lang="ja-JP" altLang="en-US" sz="1800" b="0" i="0" u="none" strike="noStrike" cap="none" dirty="0">
                <a:solidFill>
                  <a:schemeClr val="dk1"/>
                </a:solidFill>
                <a:latin typeface="Arial"/>
                <a:ea typeface="Arial"/>
                <a:cs typeface="Arial"/>
                <a:sym typeface="Arial"/>
              </a:rPr>
              <a:t>宿泊あり</a:t>
            </a:r>
            <a:r>
              <a:rPr lang="en-US" altLang="ja-JP" sz="1800" b="0" i="0" u="none" strike="noStrike" cap="none" dirty="0">
                <a:solidFill>
                  <a:schemeClr val="dk1"/>
                </a:solidFill>
                <a:latin typeface="Arial"/>
                <a:ea typeface="Arial"/>
                <a:cs typeface="Arial"/>
                <a:sym typeface="Arial"/>
              </a:rPr>
              <a:t>25150</a:t>
            </a:r>
            <a:r>
              <a:rPr lang="ja-JP" altLang="en-US" sz="1800" b="0" i="0" u="none" strike="noStrike" cap="none" dirty="0">
                <a:solidFill>
                  <a:schemeClr val="dk1"/>
                </a:solidFill>
                <a:latin typeface="Arial"/>
                <a:ea typeface="Arial"/>
                <a:cs typeface="Arial"/>
                <a:sym typeface="Arial"/>
              </a:rPr>
              <a:t>円</a:t>
            </a:r>
            <a:r>
              <a:rPr lang="ja-JP" altLang="en-US" sz="1800" b="0" i="0" u="none" strike="noStrike" cap="none" dirty="0">
                <a:solidFill>
                  <a:srgbClr val="C00000"/>
                </a:solidFill>
                <a:latin typeface="Arial"/>
                <a:ea typeface="Arial"/>
                <a:cs typeface="Arial"/>
                <a:sym typeface="Arial"/>
              </a:rPr>
              <a:t>（税込み</a:t>
            </a:r>
            <a:r>
              <a:rPr lang="ja-JP" altLang="en-US" sz="1800" b="0" i="0" u="none" strike="noStrike" cap="none" dirty="0">
                <a:solidFill>
                  <a:schemeClr val="dk1"/>
                </a:solidFill>
                <a:latin typeface="Arial"/>
                <a:ea typeface="Arial"/>
                <a:cs typeface="Arial"/>
                <a:sym typeface="Arial"/>
              </a:rPr>
              <a:t>）</a:t>
            </a:r>
            <a:endParaRPr sz="1500" b="0" i="0" u="none" strike="noStrike" cap="none" dirty="0">
              <a:solidFill>
                <a:schemeClr val="dk1"/>
              </a:solidFill>
              <a:latin typeface="Arial"/>
              <a:ea typeface="Arial"/>
              <a:cs typeface="Arial"/>
              <a:sym typeface="Arial"/>
            </a:endParaRPr>
          </a:p>
        </p:txBody>
      </p:sp>
      <p:sp>
        <p:nvSpPr>
          <p:cNvPr id="438" name="Google Shape;438;p49"/>
          <p:cNvSpPr txBox="1"/>
          <p:nvPr/>
        </p:nvSpPr>
        <p:spPr>
          <a:xfrm>
            <a:off x="1027100" y="1173911"/>
            <a:ext cx="2730000" cy="850500"/>
          </a:xfrm>
          <a:prstGeom prst="rect">
            <a:avLst/>
          </a:prstGeom>
          <a:noFill/>
          <a:ln>
            <a:noFill/>
          </a:ln>
        </p:spPr>
        <p:txBody>
          <a:bodyPr spcFirstLastPara="1" wrap="square" lIns="68575" tIns="34275" rIns="68575" bIns="34275" anchor="t" anchorCtr="0">
            <a:noAutofit/>
          </a:bodyPr>
          <a:lstStyle/>
          <a:p>
            <a:pPr marL="0" marR="0" lvl="0" indent="0" algn="l" rtl="0">
              <a:lnSpc>
                <a:spcPct val="68571"/>
              </a:lnSpc>
              <a:spcBef>
                <a:spcPts val="0"/>
              </a:spcBef>
              <a:spcAft>
                <a:spcPts val="0"/>
              </a:spcAft>
              <a:buClr>
                <a:srgbClr val="000000"/>
              </a:buClr>
              <a:buSzPts val="1100"/>
              <a:buFont typeface="Arial"/>
              <a:buNone/>
            </a:pPr>
            <a:r>
              <a:rPr lang="ja" sz="1100" b="1" dirty="0">
                <a:solidFill>
                  <a:srgbClr val="3F3F3F"/>
                </a:solidFill>
              </a:rPr>
              <a:t>発酵実践塾塾</a:t>
            </a:r>
            <a:endParaRPr sz="1100" b="1" dirty="0">
              <a:solidFill>
                <a:srgbClr val="3F3F3F"/>
              </a:solidFill>
            </a:endParaRPr>
          </a:p>
          <a:p>
            <a:pPr marL="0" marR="0" lvl="0" indent="0" algn="l" rtl="0">
              <a:lnSpc>
                <a:spcPct val="68571"/>
              </a:lnSpc>
              <a:spcBef>
                <a:spcPts val="0"/>
              </a:spcBef>
              <a:spcAft>
                <a:spcPts val="0"/>
              </a:spcAft>
              <a:buClr>
                <a:srgbClr val="000000"/>
              </a:buClr>
              <a:buSzPts val="1100"/>
              <a:buFont typeface="Arial"/>
              <a:buNone/>
            </a:pPr>
            <a:endParaRPr sz="1100" b="1" dirty="0">
              <a:solidFill>
                <a:srgbClr val="3F3F3F"/>
              </a:solidFill>
            </a:endParaRPr>
          </a:p>
          <a:p>
            <a:pPr marL="0" marR="0" lvl="0" indent="0" algn="l" rtl="0">
              <a:lnSpc>
                <a:spcPct val="68571"/>
              </a:lnSpc>
              <a:spcBef>
                <a:spcPts val="0"/>
              </a:spcBef>
              <a:spcAft>
                <a:spcPts val="0"/>
              </a:spcAft>
              <a:buClr>
                <a:srgbClr val="000000"/>
              </a:buClr>
              <a:buSzPts val="1100"/>
              <a:buFont typeface="Arial"/>
              <a:buNone/>
            </a:pPr>
            <a:r>
              <a:rPr lang="ja" sz="1100" b="1" dirty="0">
                <a:solidFill>
                  <a:srgbClr val="3F3F3F"/>
                </a:solidFill>
              </a:rPr>
              <a:t>糀作りから始まりいろんな発酵を理論と</a:t>
            </a:r>
            <a:endParaRPr sz="1100" b="1" dirty="0">
              <a:solidFill>
                <a:srgbClr val="3F3F3F"/>
              </a:solidFill>
            </a:endParaRPr>
          </a:p>
          <a:p>
            <a:pPr marL="0" marR="0" lvl="0" indent="0" algn="l" rtl="0">
              <a:lnSpc>
                <a:spcPct val="68571"/>
              </a:lnSpc>
              <a:spcBef>
                <a:spcPts val="0"/>
              </a:spcBef>
              <a:spcAft>
                <a:spcPts val="0"/>
              </a:spcAft>
              <a:buClr>
                <a:srgbClr val="000000"/>
              </a:buClr>
              <a:buSzPts val="1100"/>
              <a:buFont typeface="Arial"/>
              <a:buNone/>
            </a:pPr>
            <a:endParaRPr sz="1100" b="1" dirty="0">
              <a:solidFill>
                <a:srgbClr val="3F3F3F"/>
              </a:solidFill>
            </a:endParaRPr>
          </a:p>
          <a:p>
            <a:pPr marL="0" marR="0" lvl="0" indent="0" algn="l" rtl="0">
              <a:lnSpc>
                <a:spcPct val="68571"/>
              </a:lnSpc>
              <a:spcBef>
                <a:spcPts val="0"/>
              </a:spcBef>
              <a:spcAft>
                <a:spcPts val="0"/>
              </a:spcAft>
              <a:buClr>
                <a:srgbClr val="000000"/>
              </a:buClr>
              <a:buSzPts val="1100"/>
              <a:buFont typeface="Arial"/>
              <a:buNone/>
            </a:pPr>
            <a:r>
              <a:rPr lang="ja" sz="1100" b="1" dirty="0">
                <a:solidFill>
                  <a:srgbClr val="3F3F3F"/>
                </a:solidFill>
              </a:rPr>
              <a:t>実践で学びます。</a:t>
            </a:r>
            <a:endParaRPr sz="1100" b="1" dirty="0">
              <a:solidFill>
                <a:srgbClr val="3F3F3F"/>
              </a:solidFill>
            </a:endParaRPr>
          </a:p>
        </p:txBody>
      </p:sp>
      <p:sp>
        <p:nvSpPr>
          <p:cNvPr id="439" name="Google Shape;439;p49"/>
          <p:cNvSpPr txBox="1"/>
          <p:nvPr/>
        </p:nvSpPr>
        <p:spPr>
          <a:xfrm>
            <a:off x="1027100" y="2506350"/>
            <a:ext cx="2730000" cy="703500"/>
          </a:xfrm>
          <a:prstGeom prst="rect">
            <a:avLst/>
          </a:prstGeom>
          <a:noFill/>
          <a:ln>
            <a:noFill/>
          </a:ln>
        </p:spPr>
        <p:txBody>
          <a:bodyPr spcFirstLastPara="1" wrap="square" lIns="68575" tIns="34275" rIns="68575" bIns="34275" anchor="t" anchorCtr="0">
            <a:noAutofit/>
          </a:bodyPr>
          <a:lstStyle/>
          <a:p>
            <a:pPr marL="0" marR="0" lvl="0" indent="0" algn="l" rtl="0">
              <a:lnSpc>
                <a:spcPct val="68571"/>
              </a:lnSpc>
              <a:spcBef>
                <a:spcPts val="800"/>
              </a:spcBef>
              <a:spcAft>
                <a:spcPts val="0"/>
              </a:spcAft>
              <a:buClr>
                <a:srgbClr val="000000"/>
              </a:buClr>
              <a:buSzPts val="1100"/>
              <a:buFont typeface="Arial"/>
              <a:buNone/>
            </a:pPr>
            <a:r>
              <a:rPr lang="ja" sz="1100" b="1">
                <a:solidFill>
                  <a:srgbClr val="3F3F3F"/>
                </a:solidFill>
              </a:rPr>
              <a:t>菊芋の栽培から始まり、菊芋のいろいろ</a:t>
            </a:r>
            <a:endParaRPr sz="1100" b="1">
              <a:solidFill>
                <a:srgbClr val="3F3F3F"/>
              </a:solidFill>
            </a:endParaRPr>
          </a:p>
          <a:p>
            <a:pPr marL="0" marR="0" lvl="0" indent="0" algn="l" rtl="0">
              <a:lnSpc>
                <a:spcPct val="68571"/>
              </a:lnSpc>
              <a:spcBef>
                <a:spcPts val="800"/>
              </a:spcBef>
              <a:spcAft>
                <a:spcPts val="0"/>
              </a:spcAft>
              <a:buClr>
                <a:srgbClr val="000000"/>
              </a:buClr>
              <a:buSzPts val="1100"/>
              <a:buFont typeface="Arial"/>
              <a:buNone/>
            </a:pPr>
            <a:r>
              <a:rPr lang="ja" sz="1100" b="1">
                <a:solidFill>
                  <a:srgbClr val="3F3F3F"/>
                </a:solidFill>
              </a:rPr>
              <a:t>の活用を実践してゆきます。食の安心安</a:t>
            </a:r>
            <a:endParaRPr sz="1100" b="1">
              <a:solidFill>
                <a:srgbClr val="3F3F3F"/>
              </a:solidFill>
            </a:endParaRPr>
          </a:p>
          <a:p>
            <a:pPr marL="0" marR="0" lvl="0" indent="0" algn="l" rtl="0">
              <a:lnSpc>
                <a:spcPct val="68571"/>
              </a:lnSpc>
              <a:spcBef>
                <a:spcPts val="800"/>
              </a:spcBef>
              <a:spcAft>
                <a:spcPts val="0"/>
              </a:spcAft>
              <a:buClr>
                <a:srgbClr val="000000"/>
              </a:buClr>
              <a:buSzPts val="1100"/>
              <a:buFont typeface="Arial"/>
              <a:buNone/>
            </a:pPr>
            <a:r>
              <a:rPr lang="ja" sz="1100" b="1">
                <a:solidFill>
                  <a:srgbClr val="3F3F3F"/>
                </a:solidFill>
              </a:rPr>
              <a:t>の第一夫の第一歩</a:t>
            </a:r>
            <a:endParaRPr sz="1100" b="1">
              <a:solidFill>
                <a:srgbClr val="3F3F3F"/>
              </a:solidFill>
            </a:endParaRPr>
          </a:p>
        </p:txBody>
      </p:sp>
      <p:sp>
        <p:nvSpPr>
          <p:cNvPr id="440" name="Google Shape;440;p49"/>
          <p:cNvSpPr txBox="1"/>
          <p:nvPr/>
        </p:nvSpPr>
        <p:spPr>
          <a:xfrm>
            <a:off x="1005525" y="3897751"/>
            <a:ext cx="2730000" cy="504900"/>
          </a:xfrm>
          <a:prstGeom prst="rect">
            <a:avLst/>
          </a:prstGeom>
          <a:noFill/>
          <a:ln>
            <a:noFill/>
          </a:ln>
        </p:spPr>
        <p:txBody>
          <a:bodyPr spcFirstLastPara="1" wrap="square" lIns="68575" tIns="34275" rIns="68575" bIns="34275" anchor="t" anchorCtr="0">
            <a:noAutofit/>
          </a:bodyPr>
          <a:lstStyle/>
          <a:p>
            <a:pPr marL="0" marR="0" lvl="0" indent="0" algn="l" rtl="0">
              <a:lnSpc>
                <a:spcPct val="68571"/>
              </a:lnSpc>
              <a:spcBef>
                <a:spcPts val="0"/>
              </a:spcBef>
              <a:spcAft>
                <a:spcPts val="0"/>
              </a:spcAft>
              <a:buClr>
                <a:srgbClr val="000000"/>
              </a:buClr>
              <a:buSzPts val="1100"/>
              <a:buFont typeface="Arial"/>
              <a:buNone/>
            </a:pPr>
            <a:r>
              <a:rPr lang="ja" sz="1100" b="1">
                <a:solidFill>
                  <a:srgbClr val="3F3F3F"/>
                </a:solidFill>
              </a:rPr>
              <a:t>野草を見極め　食べる、飲む、飾る、</a:t>
            </a:r>
            <a:endParaRPr sz="1100" b="1">
              <a:solidFill>
                <a:srgbClr val="3F3F3F"/>
              </a:solidFill>
            </a:endParaRPr>
          </a:p>
          <a:p>
            <a:pPr marL="0" marR="0" lvl="0" indent="0" algn="l" rtl="0">
              <a:lnSpc>
                <a:spcPct val="68571"/>
              </a:lnSpc>
              <a:spcBef>
                <a:spcPts val="0"/>
              </a:spcBef>
              <a:spcAft>
                <a:spcPts val="0"/>
              </a:spcAft>
              <a:buClr>
                <a:srgbClr val="000000"/>
              </a:buClr>
              <a:buSzPts val="1100"/>
              <a:buFont typeface="Arial"/>
              <a:buNone/>
            </a:pPr>
            <a:endParaRPr sz="1100" b="1">
              <a:solidFill>
                <a:srgbClr val="3F3F3F"/>
              </a:solidFill>
            </a:endParaRPr>
          </a:p>
          <a:p>
            <a:pPr marL="0" marR="0" lvl="0" indent="0" algn="l" rtl="0">
              <a:lnSpc>
                <a:spcPct val="68571"/>
              </a:lnSpc>
              <a:spcBef>
                <a:spcPts val="0"/>
              </a:spcBef>
              <a:spcAft>
                <a:spcPts val="0"/>
              </a:spcAft>
              <a:buClr>
                <a:srgbClr val="000000"/>
              </a:buClr>
              <a:buSzPts val="1100"/>
              <a:buFont typeface="Arial"/>
              <a:buNone/>
            </a:pPr>
            <a:r>
              <a:rPr lang="ja" sz="1100" b="1">
                <a:solidFill>
                  <a:srgbClr val="3F3F3F"/>
                </a:solidFill>
              </a:rPr>
              <a:t>活ける、遊ぶ</a:t>
            </a:r>
            <a:endParaRPr sz="1100" b="1" i="0" u="none" strike="noStrike" cap="none">
              <a:solidFill>
                <a:srgbClr val="3F3F3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3"/>
                                        </p:tgtEl>
                                        <p:attrNameLst>
                                          <p:attrName>style.visibility</p:attrName>
                                        </p:attrNameLst>
                                      </p:cBhvr>
                                      <p:to>
                                        <p:strVal val="visible"/>
                                      </p:to>
                                    </p:set>
                                    <p:animEffect transition="in" filter="fade">
                                      <p:cBhvr>
                                        <p:cTn id="7" dur="1000"/>
                                        <p:tgtEl>
                                          <p:spTgt spid="4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6"/>
                                        </p:tgtEl>
                                        <p:attrNameLst>
                                          <p:attrName>style.visibility</p:attrName>
                                        </p:attrNameLst>
                                      </p:cBhvr>
                                      <p:to>
                                        <p:strVal val="visible"/>
                                      </p:to>
                                    </p:set>
                                    <p:animEffect transition="in" filter="fade">
                                      <p:cBhvr>
                                        <p:cTn id="12" dur="1000"/>
                                        <p:tgtEl>
                                          <p:spTgt spid="43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37"/>
                                        </p:tgtEl>
                                        <p:attrNameLst>
                                          <p:attrName>style.visibility</p:attrName>
                                        </p:attrNameLst>
                                      </p:cBhvr>
                                      <p:to>
                                        <p:strVal val="visible"/>
                                      </p:to>
                                    </p:set>
                                    <p:animEffect transition="in" filter="fade">
                                      <p:cBhvr>
                                        <p:cTn id="17" dur="1000"/>
                                        <p:tgtEl>
                                          <p:spTgt spid="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B7F26BE9-1F4E-6B1E-6E87-37198052FEFF}"/>
            </a:ext>
          </a:extLst>
        </p:cNvPr>
        <p:cNvGrpSpPr/>
        <p:nvPr/>
      </p:nvGrpSpPr>
      <p:grpSpPr>
        <a:xfrm>
          <a:off x="0" y="0"/>
          <a:ext cx="0" cy="0"/>
          <a:chOff x="0" y="0"/>
          <a:chExt cx="0" cy="0"/>
        </a:xfrm>
      </p:grpSpPr>
      <p:pic>
        <p:nvPicPr>
          <p:cNvPr id="60" name="Google Shape;60;p14">
            <a:extLst>
              <a:ext uri="{FF2B5EF4-FFF2-40B4-BE49-F238E27FC236}">
                <a16:creationId xmlns:a16="http://schemas.microsoft.com/office/drawing/2014/main" id="{57600177-CB8F-719B-662D-DE07EE39AFDE}"/>
              </a:ext>
            </a:extLst>
          </p:cNvPr>
          <p:cNvPicPr preferRelativeResize="0"/>
          <p:nvPr/>
        </p:nvPicPr>
        <p:blipFill rotWithShape="1">
          <a:blip r:embed="rId3">
            <a:alphaModFix amt="35000"/>
          </a:blip>
          <a:srcRect/>
          <a:stretch/>
        </p:blipFill>
        <p:spPr>
          <a:xfrm>
            <a:off x="0" y="-30862"/>
            <a:ext cx="9144002" cy="5143500"/>
          </a:xfrm>
          <a:prstGeom prst="rect">
            <a:avLst/>
          </a:prstGeom>
          <a:noFill/>
          <a:ln>
            <a:noFill/>
          </a:ln>
        </p:spPr>
      </p:pic>
      <p:sp>
        <p:nvSpPr>
          <p:cNvPr id="61" name="Google Shape;61;p14">
            <a:extLst>
              <a:ext uri="{FF2B5EF4-FFF2-40B4-BE49-F238E27FC236}">
                <a16:creationId xmlns:a16="http://schemas.microsoft.com/office/drawing/2014/main" id="{45E0D86B-FF99-8BED-8DE7-B88ED3D8D0F4}"/>
              </a:ext>
            </a:extLst>
          </p:cNvPr>
          <p:cNvSpPr txBox="1"/>
          <p:nvPr/>
        </p:nvSpPr>
        <p:spPr>
          <a:xfrm>
            <a:off x="655500" y="251812"/>
            <a:ext cx="7833000" cy="4489200"/>
          </a:xfrm>
          <a:prstGeom prst="rect">
            <a:avLst/>
          </a:prstGeom>
          <a:noFill/>
          <a:ln>
            <a:noFill/>
          </a:ln>
        </p:spPr>
        <p:txBody>
          <a:bodyPr spcFirstLastPara="1" wrap="square" lIns="68575" tIns="34275" rIns="68575" bIns="34275" anchor="ctr" anchorCtr="0">
            <a:normAutofit fontScale="55000" lnSpcReduction="20000"/>
          </a:bodyPr>
          <a:lstStyle/>
          <a:p>
            <a:pPr marL="0" marR="0" lvl="0" indent="0" algn="l" rtl="0">
              <a:lnSpc>
                <a:spcPct val="150000"/>
              </a:lnSpc>
              <a:spcBef>
                <a:spcPts val="0"/>
              </a:spcBef>
              <a:spcAft>
                <a:spcPts val="0"/>
              </a:spcAft>
              <a:buClr>
                <a:srgbClr val="FF0000"/>
              </a:buClr>
              <a:buSzPts val="2400"/>
              <a:buFont typeface="Arial"/>
              <a:buNone/>
            </a:pPr>
            <a:r>
              <a:rPr lang="ja" sz="2400" b="1" dirty="0">
                <a:solidFill>
                  <a:srgbClr val="FF0000"/>
                </a:solidFill>
              </a:rPr>
              <a:t>　　</a:t>
            </a:r>
            <a:r>
              <a:rPr lang="ja" sz="2400" b="1" dirty="0">
                <a:solidFill>
                  <a:srgbClr val="CC0000"/>
                </a:solidFill>
              </a:rPr>
              <a:t>　　</a:t>
            </a:r>
            <a:r>
              <a:rPr lang="ja-JP" altLang="en-US" sz="2400" b="1" dirty="0">
                <a:solidFill>
                  <a:srgbClr val="CC0000"/>
                </a:solidFill>
              </a:rPr>
              <a:t>本日の体験セッションの実りあるものにするために和多志の志とお伝えしたいこと。</a:t>
            </a:r>
            <a:endParaRPr lang="en-US" altLang="ja-JP" sz="2400" b="1" dirty="0">
              <a:solidFill>
                <a:srgbClr val="CC0000"/>
              </a:solidFill>
            </a:endParaRPr>
          </a:p>
          <a:p>
            <a:pPr marL="0" marR="0" lvl="0" indent="0" algn="l" rtl="0">
              <a:lnSpc>
                <a:spcPct val="150000"/>
              </a:lnSpc>
              <a:spcBef>
                <a:spcPts val="0"/>
              </a:spcBef>
              <a:spcAft>
                <a:spcPts val="0"/>
              </a:spcAft>
              <a:buClr>
                <a:srgbClr val="FF0000"/>
              </a:buClr>
              <a:buSzPts val="2400"/>
              <a:buFont typeface="Arial"/>
              <a:buNone/>
            </a:pPr>
            <a:endParaRPr lang="en-US" altLang="ja-JP" sz="2400" b="1" dirty="0">
              <a:solidFill>
                <a:srgbClr val="CC0000"/>
              </a:solidFill>
            </a:endParaRPr>
          </a:p>
          <a:p>
            <a:pPr marL="0" marR="0" lvl="0" indent="0" algn="l" rtl="0">
              <a:lnSpc>
                <a:spcPct val="150000"/>
              </a:lnSpc>
              <a:spcBef>
                <a:spcPts val="0"/>
              </a:spcBef>
              <a:spcAft>
                <a:spcPts val="0"/>
              </a:spcAft>
              <a:buClr>
                <a:srgbClr val="FF0000"/>
              </a:buClr>
              <a:buSzPts val="2400"/>
              <a:buFont typeface="Arial"/>
              <a:buNone/>
            </a:pPr>
            <a:r>
              <a:rPr lang="ja-JP" altLang="en-US" sz="2400" b="1" i="0" u="none" strike="noStrike" cap="none" dirty="0">
                <a:solidFill>
                  <a:srgbClr val="CC0000"/>
                </a:solidFill>
                <a:latin typeface="Arial"/>
                <a:ea typeface="Arial"/>
                <a:cs typeface="Arial"/>
                <a:sym typeface="Arial"/>
              </a:rPr>
              <a:t>　　　～さんの輝く未来、１００％～さんの未来地図を</a:t>
            </a:r>
            <a:r>
              <a:rPr lang="ja-JP" altLang="en-US" sz="2400" b="1" dirty="0">
                <a:solidFill>
                  <a:srgbClr val="CC0000"/>
                </a:solidFill>
              </a:rPr>
              <a:t>描くお手伝いの時間にしたいと考えています。先に天給自足を経験した者として～さんの人生に必要な応援者になりたいと思っています。残りの人生の時間をどう作るか、和多志は本来の日本の食の復活が日本全体の復活につながると考えています。世の中を変えるには二つしかないとの思いに至りました。</a:t>
            </a:r>
            <a:endParaRPr lang="en-US" altLang="ja-JP" sz="2400" b="1" dirty="0">
              <a:solidFill>
                <a:srgbClr val="CC0000"/>
              </a:solidFill>
            </a:endParaRPr>
          </a:p>
          <a:p>
            <a:pPr marL="0" marR="0" lvl="0" indent="0" algn="l" rtl="0">
              <a:lnSpc>
                <a:spcPct val="150000"/>
              </a:lnSpc>
              <a:spcBef>
                <a:spcPts val="0"/>
              </a:spcBef>
              <a:spcAft>
                <a:spcPts val="0"/>
              </a:spcAft>
              <a:buClr>
                <a:srgbClr val="FF0000"/>
              </a:buClr>
              <a:buSzPts val="2400"/>
              <a:buFont typeface="Arial"/>
              <a:buNone/>
            </a:pPr>
            <a:r>
              <a:rPr lang="ja-JP" altLang="en-US" sz="2400" b="1" dirty="0">
                <a:solidFill>
                  <a:srgbClr val="CC0000"/>
                </a:solidFill>
              </a:rPr>
              <a:t>武力か伝承かしか世の中を変えられません。政治家、教育者、医者、ジャーナリスト、</a:t>
            </a:r>
            <a:endParaRPr lang="en-US" altLang="ja-JP" sz="2400" b="1" dirty="0">
              <a:solidFill>
                <a:srgbClr val="CC0000"/>
              </a:solidFill>
            </a:endParaRPr>
          </a:p>
          <a:p>
            <a:pPr marL="0" marR="0" lvl="0" indent="0" algn="l" rtl="0">
              <a:lnSpc>
                <a:spcPct val="150000"/>
              </a:lnSpc>
              <a:spcBef>
                <a:spcPts val="0"/>
              </a:spcBef>
              <a:spcAft>
                <a:spcPts val="0"/>
              </a:spcAft>
              <a:buClr>
                <a:srgbClr val="FF0000"/>
              </a:buClr>
              <a:buSzPts val="2400"/>
              <a:buFont typeface="Arial"/>
              <a:buNone/>
            </a:pPr>
            <a:r>
              <a:rPr lang="ja-JP" altLang="en-US" sz="2400" b="1" dirty="0">
                <a:solidFill>
                  <a:srgbClr val="CC0000"/>
                </a:solidFill>
              </a:rPr>
              <a:t>インフルエンサーに任せていても世の中は良くなりません。</a:t>
            </a:r>
            <a:r>
              <a:rPr lang="en-US" altLang="ja-JP" sz="2400" b="1" dirty="0">
                <a:solidFill>
                  <a:srgbClr val="CC0000"/>
                </a:solidFill>
              </a:rPr>
              <a:t>80</a:t>
            </a:r>
            <a:r>
              <a:rPr lang="ja-JP" altLang="en-US" sz="2400" b="1" dirty="0">
                <a:solidFill>
                  <a:srgbClr val="CC0000"/>
                </a:solidFill>
              </a:rPr>
              <a:t>年以上に日本を弱体化するために政策等を伝承してきていまの日本があります。すべてのひとがまず足元の自分の食は自分で確保しながら日本の食文化、伝統文化、徳文化を伝承してゆくしかないと思います。人生の質は選択の質！</a:t>
            </a:r>
            <a:endParaRPr sz="2400" b="1" i="0" u="none" strike="noStrike" cap="none" dirty="0">
              <a:solidFill>
                <a:srgbClr val="CC0000"/>
              </a:solidFill>
              <a:latin typeface="Arial"/>
              <a:ea typeface="Arial"/>
              <a:cs typeface="Arial"/>
              <a:sym typeface="Arial"/>
            </a:endParaRPr>
          </a:p>
          <a:p>
            <a:pPr marL="0" marR="0" lvl="0" indent="0" algn="ctr" rtl="0">
              <a:lnSpc>
                <a:spcPct val="150000"/>
              </a:lnSpc>
              <a:spcBef>
                <a:spcPts val="0"/>
              </a:spcBef>
              <a:spcAft>
                <a:spcPts val="0"/>
              </a:spcAft>
              <a:buClr>
                <a:srgbClr val="FF0000"/>
              </a:buClr>
              <a:buSzPts val="2400"/>
              <a:buFont typeface="Arial"/>
              <a:buNone/>
            </a:pPr>
            <a:r>
              <a:rPr lang="ja-JP" altLang="en-US" sz="2400" b="1" i="0" u="none" strike="noStrike" cap="none" dirty="0">
                <a:solidFill>
                  <a:srgbClr val="CC0000"/>
                </a:solidFill>
                <a:latin typeface="Arial"/>
                <a:ea typeface="Arial"/>
                <a:cs typeface="Arial"/>
                <a:sym typeface="Arial"/>
              </a:rPr>
              <a:t>自分によりしっくりくる、勇気付けてくれる、後押ししてくれる選択</a:t>
            </a:r>
            <a:endParaRPr sz="2400" b="1" i="0" u="none" strike="noStrike" cap="none" dirty="0">
              <a:solidFill>
                <a:srgbClr val="CC0000"/>
              </a:solidFill>
              <a:latin typeface="Arial"/>
              <a:ea typeface="Arial"/>
              <a:cs typeface="Arial"/>
              <a:sym typeface="Arial"/>
            </a:endParaRPr>
          </a:p>
          <a:p>
            <a:pPr lvl="0" algn="ctr">
              <a:lnSpc>
                <a:spcPct val="150000"/>
              </a:lnSpc>
              <a:buClr>
                <a:srgbClr val="FF0000"/>
              </a:buClr>
              <a:buSzPts val="2400"/>
            </a:pPr>
            <a:r>
              <a:rPr lang="ja" sz="2400" b="1" i="0" u="none" strike="noStrike" cap="none" dirty="0">
                <a:solidFill>
                  <a:srgbClr val="CC0000"/>
                </a:solidFill>
                <a:latin typeface="Arial"/>
                <a:ea typeface="Arial"/>
                <a:cs typeface="Arial"/>
                <a:sym typeface="Arial"/>
              </a:rPr>
              <a:t>一生モノの</a:t>
            </a:r>
            <a:r>
              <a:rPr lang="ja" sz="2400" b="1" dirty="0">
                <a:solidFill>
                  <a:srgbClr val="CC0000"/>
                </a:solidFill>
              </a:rPr>
              <a:t>食のスキル</a:t>
            </a:r>
            <a:r>
              <a:rPr lang="ja-JP" altLang="en-US" sz="2400" b="1" dirty="0">
                <a:solidFill>
                  <a:srgbClr val="CC0000"/>
                </a:solidFill>
              </a:rPr>
              <a:t>（天給自足）</a:t>
            </a:r>
            <a:r>
              <a:rPr lang="ja" sz="2400" b="1" i="0" u="none" strike="noStrike" cap="none" dirty="0">
                <a:solidFill>
                  <a:srgbClr val="CC0000"/>
                </a:solidFill>
                <a:latin typeface="Arial"/>
                <a:ea typeface="Arial"/>
                <a:cs typeface="Arial"/>
                <a:sym typeface="Arial"/>
              </a:rPr>
              <a:t>を習得し</a:t>
            </a:r>
            <a:endParaRPr lang="en-US" altLang="ja" sz="2400" b="1" i="0" u="none" strike="noStrike" cap="none" dirty="0">
              <a:solidFill>
                <a:srgbClr val="CC0000"/>
              </a:solidFill>
              <a:latin typeface="Arial"/>
              <a:ea typeface="Arial"/>
              <a:cs typeface="Arial"/>
              <a:sym typeface="Arial"/>
            </a:endParaRPr>
          </a:p>
          <a:p>
            <a:pPr lvl="0" algn="ctr">
              <a:lnSpc>
                <a:spcPct val="150000"/>
              </a:lnSpc>
              <a:buClr>
                <a:srgbClr val="FF0000"/>
              </a:buClr>
              <a:buSzPts val="2400"/>
            </a:pPr>
            <a:r>
              <a:rPr lang="ja-JP" altLang="en-US" sz="2400" b="1" dirty="0">
                <a:solidFill>
                  <a:srgbClr val="CC0000"/>
                </a:solidFill>
              </a:rPr>
              <a:t>これからの人生をどう生きるか？　　</a:t>
            </a:r>
            <a:endParaRPr lang="en-US" altLang="ja-JP" sz="2400" b="1" dirty="0">
              <a:solidFill>
                <a:srgbClr val="CC0000"/>
              </a:solidFill>
            </a:endParaRPr>
          </a:p>
          <a:p>
            <a:pPr lvl="0" algn="ctr">
              <a:lnSpc>
                <a:spcPct val="150000"/>
              </a:lnSpc>
              <a:buClr>
                <a:srgbClr val="FF0000"/>
              </a:buClr>
              <a:buSzPts val="2400"/>
            </a:pPr>
            <a:endParaRPr sz="2400" b="1" i="0" u="none" strike="noStrike" cap="none" dirty="0">
              <a:solidFill>
                <a:srgbClr val="CC0000"/>
              </a:solidFill>
              <a:latin typeface="Arial"/>
              <a:ea typeface="Arial"/>
              <a:cs typeface="Arial"/>
              <a:sym typeface="Arial"/>
            </a:endParaRPr>
          </a:p>
          <a:p>
            <a:pPr marL="0" marR="0" lvl="0" indent="0" algn="ctr" rtl="0">
              <a:lnSpc>
                <a:spcPct val="150000"/>
              </a:lnSpc>
              <a:spcBef>
                <a:spcPts val="0"/>
              </a:spcBef>
              <a:spcAft>
                <a:spcPts val="0"/>
              </a:spcAft>
              <a:buClr>
                <a:srgbClr val="FF0000"/>
              </a:buClr>
              <a:buSzPts val="2400"/>
              <a:buFont typeface="Arial"/>
              <a:buNone/>
            </a:pPr>
            <a:r>
              <a:rPr lang="ja-JP" altLang="en-US" sz="2400" b="1" i="0" u="none" strike="noStrike" cap="none" dirty="0">
                <a:solidFill>
                  <a:srgbClr val="CC0000"/>
                </a:solidFill>
                <a:latin typeface="Arial"/>
                <a:ea typeface="Arial"/>
                <a:cs typeface="Arial"/>
                <a:sym typeface="Arial"/>
              </a:rPr>
              <a:t>天給自足は</a:t>
            </a:r>
            <a:r>
              <a:rPr lang="ja-JP" altLang="en-US" sz="2400" b="1" dirty="0">
                <a:solidFill>
                  <a:srgbClr val="CC0000"/>
                </a:solidFill>
              </a:rPr>
              <a:t>単なるスキルではありません、自分の人生をどう生きてゆきたいか？</a:t>
            </a:r>
            <a:endParaRPr lang="en-US" altLang="ja-JP" sz="2400" b="1" dirty="0">
              <a:solidFill>
                <a:srgbClr val="CC0000"/>
              </a:solidFill>
            </a:endParaRPr>
          </a:p>
          <a:p>
            <a:pPr marL="0" marR="0" lvl="0" indent="0" algn="ctr" rtl="0">
              <a:lnSpc>
                <a:spcPct val="150000"/>
              </a:lnSpc>
              <a:spcBef>
                <a:spcPts val="0"/>
              </a:spcBef>
              <a:spcAft>
                <a:spcPts val="0"/>
              </a:spcAft>
              <a:buClr>
                <a:srgbClr val="FF0000"/>
              </a:buClr>
              <a:buSzPts val="2400"/>
              <a:buFont typeface="Arial"/>
              <a:buNone/>
            </a:pPr>
            <a:r>
              <a:rPr lang="ja-JP" altLang="en-US" sz="2400" b="1" i="0" u="none" strike="noStrike" cap="none" dirty="0">
                <a:solidFill>
                  <a:srgbClr val="CC0000"/>
                </a:solidFill>
                <a:latin typeface="Arial"/>
                <a:ea typeface="Arial"/>
                <a:cs typeface="Arial"/>
                <a:sym typeface="Arial"/>
              </a:rPr>
              <a:t>人生の主役はあなたです！！自分で人生を作る。迷い、不安の振り回される時間を自分の本質に沿った時間に</a:t>
            </a:r>
            <a:endParaRPr sz="2400" b="1" i="0" u="none" strike="noStrike" cap="none" dirty="0">
              <a:solidFill>
                <a:srgbClr val="CC0000"/>
              </a:solidFill>
              <a:latin typeface="Arial"/>
              <a:ea typeface="Arial"/>
              <a:cs typeface="Arial"/>
              <a:sym typeface="Arial"/>
            </a:endParaRPr>
          </a:p>
        </p:txBody>
      </p:sp>
    </p:spTree>
    <p:extLst>
      <p:ext uri="{BB962C8B-B14F-4D97-AF65-F5344CB8AC3E}">
        <p14:creationId xmlns:p14="http://schemas.microsoft.com/office/powerpoint/2010/main" val="27152030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B7F26BE9-1F4E-6B1E-6E87-37198052FEFF}"/>
            </a:ext>
          </a:extLst>
        </p:cNvPr>
        <p:cNvGrpSpPr/>
        <p:nvPr/>
      </p:nvGrpSpPr>
      <p:grpSpPr>
        <a:xfrm>
          <a:off x="0" y="0"/>
          <a:ext cx="0" cy="0"/>
          <a:chOff x="0" y="0"/>
          <a:chExt cx="0" cy="0"/>
        </a:xfrm>
      </p:grpSpPr>
      <p:pic>
        <p:nvPicPr>
          <p:cNvPr id="60" name="Google Shape;60;p14">
            <a:extLst>
              <a:ext uri="{FF2B5EF4-FFF2-40B4-BE49-F238E27FC236}">
                <a16:creationId xmlns:a16="http://schemas.microsoft.com/office/drawing/2014/main" id="{57600177-CB8F-719B-662D-DE07EE39AFDE}"/>
              </a:ext>
            </a:extLst>
          </p:cNvPr>
          <p:cNvPicPr preferRelativeResize="0"/>
          <p:nvPr/>
        </p:nvPicPr>
        <p:blipFill rotWithShape="1">
          <a:blip r:embed="rId3">
            <a:alphaModFix amt="35000"/>
          </a:blip>
          <a:srcRect/>
          <a:stretch/>
        </p:blipFill>
        <p:spPr>
          <a:xfrm>
            <a:off x="0" y="-30862"/>
            <a:ext cx="9144002" cy="5143500"/>
          </a:xfrm>
          <a:prstGeom prst="rect">
            <a:avLst/>
          </a:prstGeom>
          <a:noFill/>
          <a:ln>
            <a:noFill/>
          </a:ln>
        </p:spPr>
      </p:pic>
      <p:sp>
        <p:nvSpPr>
          <p:cNvPr id="61" name="Google Shape;61;p14">
            <a:extLst>
              <a:ext uri="{FF2B5EF4-FFF2-40B4-BE49-F238E27FC236}">
                <a16:creationId xmlns:a16="http://schemas.microsoft.com/office/drawing/2014/main" id="{45E0D86B-FF99-8BED-8DE7-B88ED3D8D0F4}"/>
              </a:ext>
            </a:extLst>
          </p:cNvPr>
          <p:cNvSpPr txBox="1"/>
          <p:nvPr/>
        </p:nvSpPr>
        <p:spPr>
          <a:xfrm>
            <a:off x="655500" y="251812"/>
            <a:ext cx="7833000" cy="4489200"/>
          </a:xfrm>
          <a:prstGeom prst="rect">
            <a:avLst/>
          </a:prstGeom>
          <a:noFill/>
          <a:ln>
            <a:noFill/>
          </a:ln>
        </p:spPr>
        <p:txBody>
          <a:bodyPr spcFirstLastPara="1" wrap="square" lIns="68575" tIns="34275" rIns="68575" bIns="34275" anchor="ctr" anchorCtr="0">
            <a:normAutofit fontScale="55000" lnSpcReduction="20000"/>
          </a:bodyPr>
          <a:lstStyle/>
          <a:p>
            <a:pPr marL="0" marR="0" lvl="0" indent="0" algn="l" rtl="0">
              <a:lnSpc>
                <a:spcPct val="150000"/>
              </a:lnSpc>
              <a:spcBef>
                <a:spcPts val="0"/>
              </a:spcBef>
              <a:spcAft>
                <a:spcPts val="0"/>
              </a:spcAft>
              <a:buClr>
                <a:srgbClr val="FF0000"/>
              </a:buClr>
              <a:buSzPts val="2400"/>
              <a:buFont typeface="Arial"/>
              <a:buNone/>
            </a:pPr>
            <a:r>
              <a:rPr lang="ja" sz="2400" b="1" dirty="0">
                <a:solidFill>
                  <a:srgbClr val="FF0000"/>
                </a:solidFill>
              </a:rPr>
              <a:t>　　</a:t>
            </a:r>
            <a:r>
              <a:rPr lang="ja" sz="2400" b="1" dirty="0">
                <a:solidFill>
                  <a:srgbClr val="CC0000"/>
                </a:solidFill>
              </a:rPr>
              <a:t>　　</a:t>
            </a:r>
            <a:r>
              <a:rPr lang="ja-JP" altLang="en-US" sz="2400" b="1" dirty="0">
                <a:solidFill>
                  <a:srgbClr val="CC0000"/>
                </a:solidFill>
              </a:rPr>
              <a:t>本日の体験セッションの実りあるものにするために和多志の志とお伝えしたいこと。</a:t>
            </a:r>
            <a:endParaRPr lang="en-US" altLang="ja-JP" sz="2400" b="1" dirty="0">
              <a:solidFill>
                <a:srgbClr val="CC0000"/>
              </a:solidFill>
            </a:endParaRPr>
          </a:p>
          <a:p>
            <a:pPr marL="0" marR="0" lvl="0" indent="0" algn="l" rtl="0">
              <a:lnSpc>
                <a:spcPct val="150000"/>
              </a:lnSpc>
              <a:spcBef>
                <a:spcPts val="0"/>
              </a:spcBef>
              <a:spcAft>
                <a:spcPts val="0"/>
              </a:spcAft>
              <a:buClr>
                <a:srgbClr val="FF0000"/>
              </a:buClr>
              <a:buSzPts val="2400"/>
              <a:buFont typeface="Arial"/>
              <a:buNone/>
            </a:pPr>
            <a:endParaRPr lang="en-US" altLang="ja-JP" sz="2400" b="1" dirty="0">
              <a:solidFill>
                <a:srgbClr val="CC0000"/>
              </a:solidFill>
            </a:endParaRPr>
          </a:p>
          <a:p>
            <a:pPr marL="0" marR="0" lvl="0" indent="0" algn="l" rtl="0">
              <a:lnSpc>
                <a:spcPct val="150000"/>
              </a:lnSpc>
              <a:spcBef>
                <a:spcPts val="0"/>
              </a:spcBef>
              <a:spcAft>
                <a:spcPts val="0"/>
              </a:spcAft>
              <a:buClr>
                <a:srgbClr val="FF0000"/>
              </a:buClr>
              <a:buSzPts val="2400"/>
              <a:buFont typeface="Arial"/>
              <a:buNone/>
            </a:pPr>
            <a:r>
              <a:rPr lang="ja-JP" altLang="en-US" sz="2400" b="1" i="0" u="none" strike="noStrike" cap="none" dirty="0">
                <a:solidFill>
                  <a:srgbClr val="CC0000"/>
                </a:solidFill>
                <a:latin typeface="Arial"/>
                <a:ea typeface="Arial"/>
                <a:cs typeface="Arial"/>
                <a:sym typeface="Arial"/>
              </a:rPr>
              <a:t>　　　～さんの輝く未来、１００％～さんの未来地図を</a:t>
            </a:r>
            <a:r>
              <a:rPr lang="ja-JP" altLang="en-US" sz="2400" b="1" dirty="0">
                <a:solidFill>
                  <a:srgbClr val="CC0000"/>
                </a:solidFill>
              </a:rPr>
              <a:t>描くお手伝いの時間にしたいと考えています。先に天給自足を経験した者として～さんの人生に必要な応援者になりたいと思っています。残りの人生の時間をどう作るか、和多志は本来の日本の食の復活が日本全体の復活につながると考えています。世の中を変えるには二つしかないとの思いに至りました。</a:t>
            </a:r>
            <a:endParaRPr lang="en-US" altLang="ja-JP" sz="2400" b="1" dirty="0">
              <a:solidFill>
                <a:srgbClr val="CC0000"/>
              </a:solidFill>
            </a:endParaRPr>
          </a:p>
          <a:p>
            <a:pPr marL="0" marR="0" lvl="0" indent="0" algn="l" rtl="0">
              <a:lnSpc>
                <a:spcPct val="150000"/>
              </a:lnSpc>
              <a:spcBef>
                <a:spcPts val="0"/>
              </a:spcBef>
              <a:spcAft>
                <a:spcPts val="0"/>
              </a:spcAft>
              <a:buClr>
                <a:srgbClr val="FF0000"/>
              </a:buClr>
              <a:buSzPts val="2400"/>
              <a:buFont typeface="Arial"/>
              <a:buNone/>
            </a:pPr>
            <a:r>
              <a:rPr lang="ja-JP" altLang="en-US" sz="2400" b="1" dirty="0">
                <a:solidFill>
                  <a:srgbClr val="CC0000"/>
                </a:solidFill>
              </a:rPr>
              <a:t>武力か伝承かしか世の中を変えられません。政治家、教育者、医者、ジャーナリスト、</a:t>
            </a:r>
            <a:endParaRPr lang="en-US" altLang="ja-JP" sz="2400" b="1" dirty="0">
              <a:solidFill>
                <a:srgbClr val="CC0000"/>
              </a:solidFill>
            </a:endParaRPr>
          </a:p>
          <a:p>
            <a:pPr marL="0" marR="0" lvl="0" indent="0" algn="l" rtl="0">
              <a:lnSpc>
                <a:spcPct val="150000"/>
              </a:lnSpc>
              <a:spcBef>
                <a:spcPts val="0"/>
              </a:spcBef>
              <a:spcAft>
                <a:spcPts val="0"/>
              </a:spcAft>
              <a:buClr>
                <a:srgbClr val="FF0000"/>
              </a:buClr>
              <a:buSzPts val="2400"/>
              <a:buFont typeface="Arial"/>
              <a:buNone/>
            </a:pPr>
            <a:r>
              <a:rPr lang="ja-JP" altLang="en-US" sz="2400" b="1" dirty="0">
                <a:solidFill>
                  <a:srgbClr val="CC0000"/>
                </a:solidFill>
              </a:rPr>
              <a:t>インフルエンサーに任せていても世の中は良くなりません。</a:t>
            </a:r>
            <a:r>
              <a:rPr lang="en-US" altLang="ja-JP" sz="2400" b="1" dirty="0">
                <a:solidFill>
                  <a:srgbClr val="CC0000"/>
                </a:solidFill>
              </a:rPr>
              <a:t>80</a:t>
            </a:r>
            <a:r>
              <a:rPr lang="ja-JP" altLang="en-US" sz="2400" b="1" dirty="0">
                <a:solidFill>
                  <a:srgbClr val="CC0000"/>
                </a:solidFill>
              </a:rPr>
              <a:t>年以上に日本を弱体化するために政策等を伝承してきていまの日本があります。すべてのひとがまず足元の自分の食は自分で確保しながら日本の食文化、伝統文化、徳文化を伝承してゆくしかないと思います。人生の質は選択の質！</a:t>
            </a:r>
            <a:endParaRPr sz="2400" b="1" i="0" u="none" strike="noStrike" cap="none" dirty="0">
              <a:solidFill>
                <a:srgbClr val="CC0000"/>
              </a:solidFill>
              <a:latin typeface="Arial"/>
              <a:ea typeface="Arial"/>
              <a:cs typeface="Arial"/>
              <a:sym typeface="Arial"/>
            </a:endParaRPr>
          </a:p>
          <a:p>
            <a:pPr marL="0" marR="0" lvl="0" indent="0" algn="ctr" rtl="0">
              <a:lnSpc>
                <a:spcPct val="150000"/>
              </a:lnSpc>
              <a:spcBef>
                <a:spcPts val="0"/>
              </a:spcBef>
              <a:spcAft>
                <a:spcPts val="0"/>
              </a:spcAft>
              <a:buClr>
                <a:srgbClr val="FF0000"/>
              </a:buClr>
              <a:buSzPts val="2400"/>
              <a:buFont typeface="Arial"/>
              <a:buNone/>
            </a:pPr>
            <a:r>
              <a:rPr lang="ja-JP" altLang="en-US" sz="2400" b="1" i="0" u="none" strike="noStrike" cap="none" dirty="0">
                <a:solidFill>
                  <a:srgbClr val="CC0000"/>
                </a:solidFill>
                <a:latin typeface="Arial"/>
                <a:ea typeface="Arial"/>
                <a:cs typeface="Arial"/>
                <a:sym typeface="Arial"/>
              </a:rPr>
              <a:t>自分によりしっくりくる、勇気付けてくれる、後押ししてくれる選択</a:t>
            </a:r>
            <a:endParaRPr sz="2400" b="1" i="0" u="none" strike="noStrike" cap="none" dirty="0">
              <a:solidFill>
                <a:srgbClr val="CC0000"/>
              </a:solidFill>
              <a:latin typeface="Arial"/>
              <a:ea typeface="Arial"/>
              <a:cs typeface="Arial"/>
              <a:sym typeface="Arial"/>
            </a:endParaRPr>
          </a:p>
          <a:p>
            <a:pPr lvl="0" algn="ctr">
              <a:lnSpc>
                <a:spcPct val="150000"/>
              </a:lnSpc>
              <a:buClr>
                <a:srgbClr val="FF0000"/>
              </a:buClr>
              <a:buSzPts val="2400"/>
            </a:pPr>
            <a:r>
              <a:rPr lang="ja" sz="2400" b="1" i="0" u="none" strike="noStrike" cap="none" dirty="0">
                <a:solidFill>
                  <a:srgbClr val="CC0000"/>
                </a:solidFill>
                <a:latin typeface="Arial"/>
                <a:ea typeface="Arial"/>
                <a:cs typeface="Arial"/>
                <a:sym typeface="Arial"/>
              </a:rPr>
              <a:t>一生モノの</a:t>
            </a:r>
            <a:r>
              <a:rPr lang="ja" sz="2400" b="1" dirty="0">
                <a:solidFill>
                  <a:srgbClr val="CC0000"/>
                </a:solidFill>
              </a:rPr>
              <a:t>食のスキル</a:t>
            </a:r>
            <a:r>
              <a:rPr lang="ja-JP" altLang="en-US" sz="2400" b="1" dirty="0">
                <a:solidFill>
                  <a:srgbClr val="CC0000"/>
                </a:solidFill>
              </a:rPr>
              <a:t>（天給自足）</a:t>
            </a:r>
            <a:r>
              <a:rPr lang="ja" sz="2400" b="1" i="0" u="none" strike="noStrike" cap="none" dirty="0">
                <a:solidFill>
                  <a:srgbClr val="CC0000"/>
                </a:solidFill>
                <a:latin typeface="Arial"/>
                <a:ea typeface="Arial"/>
                <a:cs typeface="Arial"/>
                <a:sym typeface="Arial"/>
              </a:rPr>
              <a:t>を習得し</a:t>
            </a:r>
            <a:endParaRPr lang="en-US" altLang="ja" sz="2400" b="1" i="0" u="none" strike="noStrike" cap="none" dirty="0">
              <a:solidFill>
                <a:srgbClr val="CC0000"/>
              </a:solidFill>
              <a:latin typeface="Arial"/>
              <a:ea typeface="Arial"/>
              <a:cs typeface="Arial"/>
              <a:sym typeface="Arial"/>
            </a:endParaRPr>
          </a:p>
          <a:p>
            <a:pPr lvl="0" algn="ctr">
              <a:lnSpc>
                <a:spcPct val="150000"/>
              </a:lnSpc>
              <a:buClr>
                <a:srgbClr val="FF0000"/>
              </a:buClr>
              <a:buSzPts val="2400"/>
            </a:pPr>
            <a:r>
              <a:rPr lang="ja-JP" altLang="en-US" sz="2400" b="1" dirty="0">
                <a:solidFill>
                  <a:srgbClr val="CC0000"/>
                </a:solidFill>
              </a:rPr>
              <a:t>これからの人生をどう生きるか？　　</a:t>
            </a:r>
            <a:endParaRPr lang="en-US" altLang="ja-JP" sz="2400" b="1" dirty="0">
              <a:solidFill>
                <a:srgbClr val="CC0000"/>
              </a:solidFill>
            </a:endParaRPr>
          </a:p>
          <a:p>
            <a:pPr lvl="0" algn="ctr">
              <a:lnSpc>
                <a:spcPct val="150000"/>
              </a:lnSpc>
              <a:buClr>
                <a:srgbClr val="FF0000"/>
              </a:buClr>
              <a:buSzPts val="2400"/>
            </a:pPr>
            <a:endParaRPr sz="2400" b="1" i="0" u="none" strike="noStrike" cap="none" dirty="0">
              <a:solidFill>
                <a:srgbClr val="CC0000"/>
              </a:solidFill>
              <a:latin typeface="Arial"/>
              <a:ea typeface="Arial"/>
              <a:cs typeface="Arial"/>
              <a:sym typeface="Arial"/>
            </a:endParaRPr>
          </a:p>
          <a:p>
            <a:pPr marL="0" marR="0" lvl="0" indent="0" algn="ctr" rtl="0">
              <a:lnSpc>
                <a:spcPct val="150000"/>
              </a:lnSpc>
              <a:spcBef>
                <a:spcPts val="0"/>
              </a:spcBef>
              <a:spcAft>
                <a:spcPts val="0"/>
              </a:spcAft>
              <a:buClr>
                <a:srgbClr val="FF0000"/>
              </a:buClr>
              <a:buSzPts val="2400"/>
              <a:buFont typeface="Arial"/>
              <a:buNone/>
            </a:pPr>
            <a:r>
              <a:rPr lang="ja-JP" altLang="en-US" sz="2400" b="1" i="0" u="none" strike="noStrike" cap="none" dirty="0">
                <a:solidFill>
                  <a:srgbClr val="CC0000"/>
                </a:solidFill>
                <a:latin typeface="Arial"/>
                <a:ea typeface="Arial"/>
                <a:cs typeface="Arial"/>
                <a:sym typeface="Arial"/>
              </a:rPr>
              <a:t>天給自足は</a:t>
            </a:r>
            <a:r>
              <a:rPr lang="ja-JP" altLang="en-US" sz="2400" b="1" dirty="0">
                <a:solidFill>
                  <a:srgbClr val="CC0000"/>
                </a:solidFill>
              </a:rPr>
              <a:t>単なるスキルではありません、自分の人生をどう生きてゆきたいか？</a:t>
            </a:r>
            <a:endParaRPr lang="en-US" altLang="ja-JP" sz="2400" b="1" dirty="0">
              <a:solidFill>
                <a:srgbClr val="CC0000"/>
              </a:solidFill>
            </a:endParaRPr>
          </a:p>
          <a:p>
            <a:pPr marL="0" marR="0" lvl="0" indent="0" algn="ctr" rtl="0">
              <a:lnSpc>
                <a:spcPct val="150000"/>
              </a:lnSpc>
              <a:spcBef>
                <a:spcPts val="0"/>
              </a:spcBef>
              <a:spcAft>
                <a:spcPts val="0"/>
              </a:spcAft>
              <a:buClr>
                <a:srgbClr val="FF0000"/>
              </a:buClr>
              <a:buSzPts val="2400"/>
              <a:buFont typeface="Arial"/>
              <a:buNone/>
            </a:pPr>
            <a:r>
              <a:rPr lang="ja-JP" altLang="en-US" sz="2400" b="1" i="0" u="none" strike="noStrike" cap="none" dirty="0">
                <a:solidFill>
                  <a:srgbClr val="CC0000"/>
                </a:solidFill>
                <a:latin typeface="Arial"/>
                <a:ea typeface="Arial"/>
                <a:cs typeface="Arial"/>
                <a:sym typeface="Arial"/>
              </a:rPr>
              <a:t>人生の主役はあなたです！！自分で人生を作る。迷い、不安の振り回される時間を自分の本質に沿った時間に</a:t>
            </a:r>
            <a:endParaRPr sz="2400" b="1" i="0" u="none" strike="noStrike" cap="none" dirty="0">
              <a:solidFill>
                <a:srgbClr val="CC0000"/>
              </a:solidFill>
              <a:latin typeface="Arial"/>
              <a:ea typeface="Arial"/>
              <a:cs typeface="Arial"/>
              <a:sym typeface="Arial"/>
            </a:endParaRPr>
          </a:p>
        </p:txBody>
      </p:sp>
    </p:spTree>
    <p:extLst>
      <p:ext uri="{BB962C8B-B14F-4D97-AF65-F5344CB8AC3E}">
        <p14:creationId xmlns:p14="http://schemas.microsoft.com/office/powerpoint/2010/main" val="106037387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3825</TotalTime>
  <Words>7294</Words>
  <Application>Microsoft Office PowerPoint</Application>
  <PresentationFormat>画面に合わせる (16:9)</PresentationFormat>
  <Paragraphs>684</Paragraphs>
  <Slides>45</Slides>
  <Notes>44</Notes>
  <HiddenSlides>0</HiddenSlides>
  <MMClips>0</MMClips>
  <ScaleCrop>false</ScaleCrop>
  <HeadingPairs>
    <vt:vector size="4" baseType="variant">
      <vt:variant>
        <vt:lpstr>テーマ</vt:lpstr>
      </vt:variant>
      <vt:variant>
        <vt:i4>1</vt:i4>
      </vt:variant>
      <vt:variant>
        <vt:lpstr>スライド タイトル</vt:lpstr>
      </vt:variant>
      <vt:variant>
        <vt:i4>45</vt:i4>
      </vt:variant>
    </vt:vector>
  </HeadingPairs>
  <TitlesOfParts>
    <vt:vector size="46" baseType="lpstr">
      <vt:lpstr>Simple Light</vt:lpstr>
      <vt:lpstr>PowerPoint プレゼンテーション</vt:lpstr>
      <vt:lpstr>PowerPoint プレゼンテーション</vt:lpstr>
      <vt:lpstr>PowerPoint プレゼンテーション</vt:lpstr>
      <vt:lpstr>世界の洋菓子を創る店 ヒサモト、菓歩区で修行 ↓ 職人人生 24歳でオーボンヴュータン スーシェフ　26歳人間関係の壁の解決とさらなる高みをめざし→渡欧　31歳帰国   </vt:lpstr>
      <vt:lpstr>スイスのホテルで１年間修業 ホテル・ボーリバージュパラス・ローザンヌ ↓ フランスで3年、料理、デザートを知るためミシュラン３星、２星、パティスリーで約3年働き、 重要な食のあり方に氣ずく。 ↓ 帰国後田舎に帰り 「自然に根ざした食創り」の豊かさゆた は三ツ星以上だときずく。</vt:lpstr>
      <vt:lpstr>横浜都筑区センター北の自店オープン 21年間営業 ↓ フランス菓子教室　15年開催 パン教室　15年開催 ↓ 自分で野菜作りから始める教室 スタート 生ゴミを畑に返す自然農始める。</vt:lpstr>
      <vt:lpstr>●天給自足、ポタジェ作り、野草を生活に落とし込む、 米で作るフランス菓子．米パン、 醗酵実践塾、乾物活用 ↓一生モノのスキルとマインドを伝える ↓ 好きで得意なことで 社会貢献できる講師を増やす</vt:lpstr>
      <vt:lpstr>新宿高島屋へ出店や 結婚式のウエディング商品作りで幸せ作りに貢献 ↓ 常に季節を意識した商品創りオリジナリティを磨く→楽しさ、美味しさ作り ↓ プロ向けの共著2冊出版、料理新聞社の表紙を2年間担当→広く幸せを広める活動で業界に貢献 ↓ 八ヶ岳にきて食の安全安心、天給自足の重要性に氣づき活動→健康になるための食作り、伝承者、講師を増やす事が志となる。  </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●うすめの法則（学び浸透の法則） うなずき、スマイル、メモ をしている人が学びの浸透がいいということです。しかし！ 聞いただけでは６％、アウトプットして５４％、 実践して７５％、人に教えて９０％の学びの浸透なのです！ 昨年から受講して頂いた方には必ず講師、伝承者として次の日に教えるという心構えで参加してくださいと伝えました。そうしたら、受講後次の週に早速講座を開催して頂ける方が出てきました。伝える心構えの大切さを学びました</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サポート体制</vt:lpstr>
      <vt:lpstr>ご成約していただいた方に、成功に導く特別限定特典がついてきます！</vt:lpstr>
      <vt:lpstr>PowerPoint プレゼンテーション</vt:lpstr>
      <vt:lpstr>限定特典２</vt:lpstr>
      <vt:lpstr>PowerPoint プレゼンテーション</vt:lpstr>
      <vt:lpstr>限定特典４</vt:lpstr>
      <vt:lpstr>PowerPoint プレゼンテーション</vt:lpstr>
      <vt:lpstr>特別限定特典一覧　</vt:lpstr>
      <vt:lpstr>メニューのご紹介</vt:lpstr>
      <vt:lpstr>メニューのご紹介</vt:lpstr>
      <vt:lpstr>メニューのご紹介</vt:lpstr>
      <vt:lpstr>PowerPoint プレゼンテーション</vt:lpstr>
      <vt:lpstr>PowerPoint プレゼンテーション</vt:lpstr>
      <vt:lpstr>価格のご紹介</vt:lpstr>
      <vt:lpstr>PowerPoint プレゼンテーション</vt:lpstr>
      <vt:lpstr>PowerPoint プレゼンテーション</vt:lpstr>
      <vt:lpstr>早期割引特別特典　</vt:lpstr>
      <vt:lpstr>価格のご紹介</vt:lpstr>
      <vt:lpstr>ありがとうございます。</vt:lpstr>
      <vt:lpstr>メニューのご紹介</vt:lpstr>
      <vt:lpstr>単独塾価格のご紹介</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Owner</dc:creator>
  <cp:lastModifiedBy>正夫 藤巻</cp:lastModifiedBy>
  <cp:revision>2</cp:revision>
  <dcterms:modified xsi:type="dcterms:W3CDTF">2026-10-06T02:21:15Z</dcterms:modified>
</cp:coreProperties>
</file>